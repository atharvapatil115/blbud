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Belfius Bank &amp; Insurance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Belfius Bank &amp; Insurance is one of Belgium’s leading financial institutions. </a:t>
            </a:r>
          </a:p>
          <a:p>
            <a:r>
              <a:t>Originally known as Dexia Bank Belgium, it became Belfius in 2012 after restructuring during the Dexia crisis. </a:t>
            </a:r>
          </a:p>
          <a:p>
            <a:r>
              <a:t>The bank is owned by the Belgian State and focuses on retail banking, business banking, insurance, and public sector financing.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Foundation &amp;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Origins trace back to Crédit Communal de Belgique founded in 1860.</a:t>
            </a:r>
          </a:p>
          <a:p>
            <a:r>
              <a:t>• Became part of Dexia Group in 1996.</a:t>
            </a:r>
          </a:p>
          <a:p>
            <a:r>
              <a:t>• Belgian government acquired Dexia Bank Belgium in 2011.</a:t>
            </a:r>
          </a:p>
          <a:p>
            <a:r>
              <a:t>• Rebranded as Belfius on 1 March 2012.</a:t>
            </a:r>
          </a:p>
          <a:p>
            <a:r>
              <a:t>• Headquarters: Brussels, Belgium.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Belfius provides:</a:t>
            </a:r>
          </a:p>
          <a:p>
            <a:r>
              <a:t>• Retail banking</a:t>
            </a:r>
          </a:p>
          <a:p>
            <a:r>
              <a:t>• Business and corporate banking</a:t>
            </a:r>
          </a:p>
          <a:p>
            <a:r>
              <a:t>• Public sector financing</a:t>
            </a:r>
          </a:p>
          <a:p>
            <a:r>
              <a:t>• Insurance products</a:t>
            </a:r>
          </a:p>
          <a:p>
            <a:r>
              <a:t>• Investment and asset management</a:t>
            </a:r>
          </a:p>
          <a:p>
            <a:r>
              <a:t>• Digital banking and mobile banking</a:t>
            </a:r>
          </a:p>
          <a:p>
            <a:r>
              <a:t>• Loans and mortgages</a:t>
            </a:r>
          </a:p>
          <a:p>
            <a:r>
              <a:t>• Leasing and wealth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Belfius is known for strong digital transformation.</a:t>
            </a:r>
          </a:p>
          <a:p>
            <a:r>
              <a:t>Its mobile banking app is widely used in Belgium.</a:t>
            </a:r>
          </a:p>
          <a:p>
            <a:r>
              <a:t>The bank has invested in AI, fintech partnerships, and digital insurance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Base &amp; Reach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More than 3.8 million customers.</a:t>
            </a:r>
          </a:p>
          <a:p>
            <a:r>
              <a:t>• Hundreds of branches across Belgium.</a:t>
            </a:r>
          </a:p>
          <a:p>
            <a:r>
              <a:t>• Strong presence in retail and public sector banking.</a:t>
            </a:r>
          </a:p>
          <a:p>
            <a:r>
              <a:t>• Major player in Belgian banking market.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Strength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Among the largest banks in Belgium.</a:t>
            </a:r>
          </a:p>
          <a:p>
            <a:r>
              <a:t>• Strong profitability and resilience.</a:t>
            </a:r>
          </a:p>
          <a:p>
            <a:r>
              <a:t>• Focus on sustainable and long-term investments.</a:t>
            </a:r>
          </a:p>
          <a:p>
            <a:r>
              <a:t>• Active in green financing and ESG initiatives.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Awarded by Euronext Brussels for finance excellence.</a:t>
            </a:r>
          </a:p>
          <a:p>
            <a:r>
              <a:t>• Recognized for digital banking leadership.</a:t>
            </a:r>
          </a:p>
          <a:p>
            <a:r>
              <a:t>• Strong customer satisfaction levels reported.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Criticism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Some customer complaints regarding appointments and customer support.</a:t>
            </a:r>
          </a:p>
          <a:p>
            <a:r>
              <a:t>• Banking sector competition remains intense.</a:t>
            </a:r>
          </a:p>
          <a:p>
            <a:r>
              <a:t>• Subject to European Central Bank supervision.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Belfius aims to:</a:t>
            </a:r>
          </a:p>
          <a:p>
            <a:r>
              <a:t>• Expand digital innovation</a:t>
            </a:r>
          </a:p>
          <a:p>
            <a:r>
              <a:t>• Strengthen sustainable finance</a:t>
            </a:r>
          </a:p>
          <a:p>
            <a:r>
              <a:t>• Improve customer experience</a:t>
            </a:r>
          </a:p>
          <a:p>
            <a:r>
              <a:t>• Support Belgian economic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Belfius Infographic</a:t>
            </a:r>
          </a:p>
        </p:txBody>
      </p:sp>
      <p:pic>
        <p:nvPicPr>
          <p:cNvPr id="3" name="Picture 2" descr="belfiu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26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