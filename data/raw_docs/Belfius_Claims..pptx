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4" r:id="rId2"/>
    <p:sldId id="30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EFF51-FBDF-4AB2-BC1B-112300BF99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22E18-7981-414C-ADBE-F2AC8B0C6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C5E3C-C94D-4883-9E9C-24B7F37BF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AE7E3-D835-4D4E-9DB2-C0B45B880778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AFDC5-F1D9-4218-9018-E610C54E7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3F6AE-21B0-44CF-AFE7-619342F34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850A-A367-479A-AE2D-EC3D2228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5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BA5D2-0527-4AAE-97F9-8E9C12BA9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3E4C1-E253-4E9F-BC92-9ABC4328A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4515B-A8F1-423B-82A5-4125F03DF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AE7E3-D835-4D4E-9DB2-C0B45B880778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89F38-892E-4B49-A6FF-CAD48073F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1BC56-40A8-4FC4-AEFD-559794A1E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850A-A367-479A-AE2D-EC3D2228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8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CA116-9277-432D-B508-29FBCE3BD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E4ED0-FC51-4513-B484-898EBDC1B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673A5-44E5-4B3D-A9F5-429C259E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AE7E3-D835-4D4E-9DB2-C0B45B880778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EA39E-D330-4F26-B237-076FAE95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86BB0-B0EF-4559-89DF-03761EB8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850A-A367-479A-AE2D-EC3D2228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8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96D14-F625-4B29-9EC3-6960D4194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70A72-F629-411E-BE44-C6C8C52866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535FC-1225-4501-93F2-9EC173A17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84431-6E9D-439A-983A-7A01F8D5F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AE7E3-D835-4D4E-9DB2-C0B45B880778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3162B-BFD4-463A-958E-5AEE74EC8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4A1C8-541C-44EE-8D49-B11D1410D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850A-A367-479A-AE2D-EC3D2228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67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DD5C-2042-4D1D-A34B-0E0D6DE53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C9CD4-1CAE-4071-94ED-20B4C5BD26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A27E4-DC38-4F96-A1AD-EF2C1504F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871410-C272-4B41-8068-92572731C7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D2AD6-06C1-4CDE-B18B-4DA1757FF0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9AC5B6-6611-4E9C-902B-16F35333A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AE7E3-D835-4D4E-9DB2-C0B45B880778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3C4348-B32E-4F4C-A906-148F6C89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604558-D207-4527-BB89-1DC92C975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850A-A367-479A-AE2D-EC3D2228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491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9A4D7-C089-41E8-BE48-927E13C3C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5D6EFB-FC95-493F-AE30-F30AFAAC2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AE7E3-D835-4D4E-9DB2-C0B45B880778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A3510-48BB-459C-A84A-5CA361DAF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19367C-B086-44E2-BFB1-FCC57990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850A-A367-479A-AE2D-EC3D2228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7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C8BB44-630C-4930-B861-D8412FD0B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AE7E3-D835-4D4E-9DB2-C0B45B880778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200C60-12BE-4050-8A65-F06FD5874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4F76E-9563-4838-A0DB-70865ED2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850A-A367-479A-AE2D-EC3D2228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07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B0269-4B1C-4456-A0B4-316F84D8E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85EBD-0AD1-4FDB-80D9-4632D967B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6944F-619D-4B7C-B633-70934865F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1D6FF-CB2B-4D4B-B8E6-3A84C0DE8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AE7E3-D835-4D4E-9DB2-C0B45B880778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DBBD0-EAB2-4119-8D5B-167D72A34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96264C-B0BB-46DB-8978-1159BFDAC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850A-A367-479A-AE2D-EC3D2228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12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32F1-45AA-48D7-8F9D-E4861982B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F48231-9AD2-4421-AC32-F392AE2FB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F6CF4-E8AC-47D4-B8C0-A979A57305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AC46BA-0944-4137-B79B-D7EF9DAAA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AE7E3-D835-4D4E-9DB2-C0B45B880778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468A0-E5FC-4E0F-B96D-F4090E19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0AA02-EFA9-4EAC-A287-012E38535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850A-A367-479A-AE2D-EC3D2228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5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69782-D9A0-479F-8B91-8DDD0CEE8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69F24-C075-4076-92FB-00BC935A6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24378-35C5-4165-944F-49EDA2240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AE7E3-D835-4D4E-9DB2-C0B45B880778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EE8CD-449A-4A20-9459-1D0F18DD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28F00-1304-4803-8A27-EDB372FFD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850A-A367-479A-AE2D-EC3D2228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001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D9DE39-E4CA-4225-ACBF-B2EF483FE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74AAC-FFFC-4C5A-BE4D-1DB96091E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CD2A2-B07D-4F2D-A059-9926C1515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AE7E3-D835-4D4E-9DB2-C0B45B880778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71113-5106-4047-8878-9664D66C7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4A116-5BCA-4DF0-9D92-2E5A5C333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B850A-A367-479A-AE2D-EC3D2228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553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 txBox="1">
            <a:spLocks noGrp="1"/>
          </p:cNvSpPr>
          <p:nvPr>
            <p:ph type="title"/>
          </p:nvPr>
        </p:nvSpPr>
        <p:spPr>
          <a:xfrm>
            <a:off x="312600" y="767333"/>
            <a:ext cx="2728400" cy="5308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69" name="Shape 69"/>
          <p:cNvSpPr txBox="1">
            <a:spLocks noGrp="1"/>
          </p:cNvSpPr>
          <p:nvPr>
            <p:ph type="body" idx="1"/>
          </p:nvPr>
        </p:nvSpPr>
        <p:spPr>
          <a:xfrm>
            <a:off x="4082933" y="767333"/>
            <a:ext cx="3639999" cy="5308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67"/>
            </a:lvl1pPr>
            <a:lvl2pPr lvl="1">
              <a:spcBef>
                <a:spcPts val="0"/>
              </a:spcBef>
              <a:buSzPct val="100000"/>
              <a:defRPr sz="1467"/>
            </a:lvl2pPr>
            <a:lvl3pPr lvl="2">
              <a:spcBef>
                <a:spcPts val="0"/>
              </a:spcBef>
              <a:buSzPct val="100000"/>
              <a:defRPr sz="1467"/>
            </a:lvl3pPr>
            <a:lvl4pPr lvl="3">
              <a:spcBef>
                <a:spcPts val="0"/>
              </a:spcBef>
              <a:buSzPct val="100000"/>
              <a:defRPr sz="1467"/>
            </a:lvl4pPr>
            <a:lvl5pPr lvl="4">
              <a:spcBef>
                <a:spcPts val="0"/>
              </a:spcBef>
              <a:buSzPct val="100000"/>
              <a:defRPr sz="1467"/>
            </a:lvl5pPr>
            <a:lvl6pPr lvl="5">
              <a:spcBef>
                <a:spcPts val="0"/>
              </a:spcBef>
              <a:buSzPct val="100000"/>
              <a:defRPr sz="1467"/>
            </a:lvl6pPr>
            <a:lvl7pPr lvl="6">
              <a:spcBef>
                <a:spcPts val="0"/>
              </a:spcBef>
              <a:buSzPct val="100000"/>
              <a:defRPr sz="1467"/>
            </a:lvl7pPr>
            <a:lvl8pPr lvl="7">
              <a:spcBef>
                <a:spcPts val="0"/>
              </a:spcBef>
              <a:buSzPct val="100000"/>
              <a:defRPr sz="1467"/>
            </a:lvl8pPr>
            <a:lvl9pPr lvl="8">
              <a:spcBef>
                <a:spcPts val="0"/>
              </a:spcBef>
              <a:buSzPct val="100000"/>
              <a:defRPr sz="1467"/>
            </a:lvl9pPr>
          </a:lstStyle>
          <a:p>
            <a:endParaRPr/>
          </a:p>
        </p:txBody>
      </p:sp>
      <p:sp>
        <p:nvSpPr>
          <p:cNvPr id="70" name="Shape 70"/>
          <p:cNvSpPr txBox="1">
            <a:spLocks noGrp="1"/>
          </p:cNvSpPr>
          <p:nvPr>
            <p:ph type="body" idx="2"/>
          </p:nvPr>
        </p:nvSpPr>
        <p:spPr>
          <a:xfrm>
            <a:off x="7942267" y="767333"/>
            <a:ext cx="3640000" cy="53080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67"/>
            </a:lvl1pPr>
            <a:lvl2pPr lvl="1">
              <a:spcBef>
                <a:spcPts val="0"/>
              </a:spcBef>
              <a:buSzPct val="100000"/>
              <a:defRPr sz="1467"/>
            </a:lvl2pPr>
            <a:lvl3pPr lvl="2">
              <a:spcBef>
                <a:spcPts val="0"/>
              </a:spcBef>
              <a:buSzPct val="100000"/>
              <a:defRPr sz="1467"/>
            </a:lvl3pPr>
            <a:lvl4pPr lvl="3">
              <a:spcBef>
                <a:spcPts val="0"/>
              </a:spcBef>
              <a:buSzPct val="100000"/>
              <a:defRPr sz="1467"/>
            </a:lvl4pPr>
            <a:lvl5pPr lvl="4">
              <a:spcBef>
                <a:spcPts val="0"/>
              </a:spcBef>
              <a:buSzPct val="100000"/>
              <a:defRPr sz="1467"/>
            </a:lvl5pPr>
            <a:lvl6pPr lvl="5">
              <a:spcBef>
                <a:spcPts val="0"/>
              </a:spcBef>
              <a:buSzPct val="100000"/>
              <a:defRPr sz="1467"/>
            </a:lvl6pPr>
            <a:lvl7pPr lvl="6">
              <a:spcBef>
                <a:spcPts val="0"/>
              </a:spcBef>
              <a:buSzPct val="100000"/>
              <a:defRPr sz="1467"/>
            </a:lvl7pPr>
            <a:lvl8pPr lvl="7">
              <a:spcBef>
                <a:spcPts val="0"/>
              </a:spcBef>
              <a:buSzPct val="100000"/>
              <a:defRPr sz="1467"/>
            </a:lvl8pPr>
            <a:lvl9pPr lvl="8">
              <a:spcBef>
                <a:spcPts val="0"/>
              </a:spcBef>
              <a:buSzPct val="100000"/>
              <a:defRPr sz="1467"/>
            </a:lvl9pPr>
          </a:lstStyle>
          <a:p>
            <a:endParaRPr/>
          </a:p>
        </p:txBody>
      </p:sp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11409044" y="6333133"/>
            <a:ext cx="7316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93319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DA449E-A5C8-4DE4-9689-D47FBD2DD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35DE2-3E05-4F75-8570-F3407F154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2C289-96BB-404B-AEDC-0B0D4495A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AE7E3-D835-4D4E-9DB2-C0B45B880778}" type="datetimeFigureOut">
              <a:rPr lang="en-US" smtClean="0"/>
              <a:t>1/10/2020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11F6E-8621-4DFD-8477-6B7C4FFD86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2074B-6ACD-44CC-A576-FCDD0D815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B850A-A367-479A-AE2D-EC3D222887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61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3FA8561-6DC8-4A89-8355-FA2BBD6E2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635" y="1238124"/>
            <a:ext cx="6028365" cy="2867025"/>
          </a:xfrm>
          <a:prstGeom prst="rect">
            <a:avLst/>
          </a:prstGeom>
        </p:spPr>
      </p:pic>
      <p:sp>
        <p:nvSpPr>
          <p:cNvPr id="8" name="Shape 481"/>
          <p:cNvSpPr/>
          <p:nvPr/>
        </p:nvSpPr>
        <p:spPr>
          <a:xfrm>
            <a:off x="3497331" y="1306121"/>
            <a:ext cx="2766827" cy="5551879"/>
          </a:xfrm>
          <a:custGeom>
            <a:avLst/>
            <a:gdLst/>
            <a:ahLst/>
            <a:cxnLst/>
            <a:rect l="0" t="0" r="0" b="0"/>
            <a:pathLst>
              <a:path w="30819" h="61841" extrusionOk="0">
                <a:moveTo>
                  <a:pt x="5160" y="2580"/>
                </a:moveTo>
                <a:lnTo>
                  <a:pt x="5295" y="2648"/>
                </a:lnTo>
                <a:lnTo>
                  <a:pt x="5363" y="2784"/>
                </a:lnTo>
                <a:lnTo>
                  <a:pt x="5363" y="2920"/>
                </a:lnTo>
                <a:lnTo>
                  <a:pt x="5363" y="3055"/>
                </a:lnTo>
                <a:lnTo>
                  <a:pt x="5295" y="3191"/>
                </a:lnTo>
                <a:lnTo>
                  <a:pt x="5160" y="3259"/>
                </a:lnTo>
                <a:lnTo>
                  <a:pt x="4888" y="3259"/>
                </a:lnTo>
                <a:lnTo>
                  <a:pt x="4752" y="3191"/>
                </a:lnTo>
                <a:lnTo>
                  <a:pt x="4684" y="3055"/>
                </a:lnTo>
                <a:lnTo>
                  <a:pt x="4684" y="2920"/>
                </a:lnTo>
                <a:lnTo>
                  <a:pt x="4684" y="2784"/>
                </a:lnTo>
                <a:lnTo>
                  <a:pt x="4752" y="2648"/>
                </a:lnTo>
                <a:lnTo>
                  <a:pt x="4888" y="2580"/>
                </a:lnTo>
                <a:close/>
                <a:moveTo>
                  <a:pt x="15410" y="2241"/>
                </a:moveTo>
                <a:lnTo>
                  <a:pt x="15681" y="2309"/>
                </a:lnTo>
                <a:lnTo>
                  <a:pt x="15885" y="2444"/>
                </a:lnTo>
                <a:lnTo>
                  <a:pt x="16021" y="2648"/>
                </a:lnTo>
                <a:lnTo>
                  <a:pt x="16088" y="2920"/>
                </a:lnTo>
                <a:lnTo>
                  <a:pt x="16021" y="3191"/>
                </a:lnTo>
                <a:lnTo>
                  <a:pt x="15885" y="3395"/>
                </a:lnTo>
                <a:lnTo>
                  <a:pt x="15681" y="3531"/>
                </a:lnTo>
                <a:lnTo>
                  <a:pt x="15410" y="3598"/>
                </a:lnTo>
                <a:lnTo>
                  <a:pt x="15138" y="3531"/>
                </a:lnTo>
                <a:lnTo>
                  <a:pt x="14934" y="3395"/>
                </a:lnTo>
                <a:lnTo>
                  <a:pt x="14799" y="3191"/>
                </a:lnTo>
                <a:lnTo>
                  <a:pt x="14731" y="2920"/>
                </a:lnTo>
                <a:lnTo>
                  <a:pt x="14799" y="2648"/>
                </a:lnTo>
                <a:lnTo>
                  <a:pt x="14934" y="2444"/>
                </a:lnTo>
                <a:lnTo>
                  <a:pt x="15138" y="2309"/>
                </a:lnTo>
                <a:lnTo>
                  <a:pt x="15410" y="2241"/>
                </a:lnTo>
                <a:close/>
                <a:moveTo>
                  <a:pt x="29393" y="5228"/>
                </a:moveTo>
                <a:lnTo>
                  <a:pt x="29461" y="5296"/>
                </a:lnTo>
                <a:lnTo>
                  <a:pt x="29461" y="54849"/>
                </a:lnTo>
                <a:lnTo>
                  <a:pt x="1426" y="54849"/>
                </a:lnTo>
                <a:lnTo>
                  <a:pt x="1426" y="5296"/>
                </a:lnTo>
                <a:lnTo>
                  <a:pt x="1494" y="5228"/>
                </a:lnTo>
                <a:close/>
                <a:moveTo>
                  <a:pt x="15410" y="544"/>
                </a:moveTo>
                <a:lnTo>
                  <a:pt x="19143" y="612"/>
                </a:lnTo>
                <a:lnTo>
                  <a:pt x="23012" y="747"/>
                </a:lnTo>
                <a:lnTo>
                  <a:pt x="26339" y="951"/>
                </a:lnTo>
                <a:lnTo>
                  <a:pt x="27560" y="1087"/>
                </a:lnTo>
                <a:lnTo>
                  <a:pt x="27560" y="1087"/>
                </a:lnTo>
                <a:lnTo>
                  <a:pt x="26339" y="1019"/>
                </a:lnTo>
                <a:lnTo>
                  <a:pt x="23012" y="815"/>
                </a:lnTo>
                <a:lnTo>
                  <a:pt x="19143" y="680"/>
                </a:lnTo>
                <a:lnTo>
                  <a:pt x="15410" y="612"/>
                </a:lnTo>
                <a:lnTo>
                  <a:pt x="11676" y="680"/>
                </a:lnTo>
                <a:lnTo>
                  <a:pt x="7807" y="815"/>
                </a:lnTo>
                <a:lnTo>
                  <a:pt x="4481" y="1019"/>
                </a:lnTo>
                <a:lnTo>
                  <a:pt x="3259" y="1087"/>
                </a:lnTo>
                <a:lnTo>
                  <a:pt x="2444" y="1223"/>
                </a:lnTo>
                <a:lnTo>
                  <a:pt x="1969" y="1358"/>
                </a:lnTo>
                <a:lnTo>
                  <a:pt x="1630" y="1494"/>
                </a:lnTo>
                <a:lnTo>
                  <a:pt x="1290" y="1698"/>
                </a:lnTo>
                <a:lnTo>
                  <a:pt x="1019" y="1901"/>
                </a:lnTo>
                <a:lnTo>
                  <a:pt x="815" y="2173"/>
                </a:lnTo>
                <a:lnTo>
                  <a:pt x="679" y="2444"/>
                </a:lnTo>
                <a:lnTo>
                  <a:pt x="544" y="2852"/>
                </a:lnTo>
                <a:lnTo>
                  <a:pt x="544" y="3259"/>
                </a:lnTo>
                <a:lnTo>
                  <a:pt x="544" y="58311"/>
                </a:lnTo>
                <a:lnTo>
                  <a:pt x="544" y="58718"/>
                </a:lnTo>
                <a:lnTo>
                  <a:pt x="476" y="58311"/>
                </a:lnTo>
                <a:lnTo>
                  <a:pt x="476" y="3259"/>
                </a:lnTo>
                <a:lnTo>
                  <a:pt x="544" y="2784"/>
                </a:lnTo>
                <a:lnTo>
                  <a:pt x="612" y="2444"/>
                </a:lnTo>
                <a:lnTo>
                  <a:pt x="747" y="2105"/>
                </a:lnTo>
                <a:lnTo>
                  <a:pt x="951" y="1834"/>
                </a:lnTo>
                <a:lnTo>
                  <a:pt x="1222" y="1630"/>
                </a:lnTo>
                <a:lnTo>
                  <a:pt x="1562" y="1426"/>
                </a:lnTo>
                <a:lnTo>
                  <a:pt x="1969" y="1290"/>
                </a:lnTo>
                <a:lnTo>
                  <a:pt x="2444" y="1155"/>
                </a:lnTo>
                <a:lnTo>
                  <a:pt x="3259" y="1087"/>
                </a:lnTo>
                <a:lnTo>
                  <a:pt x="4481" y="951"/>
                </a:lnTo>
                <a:lnTo>
                  <a:pt x="7807" y="747"/>
                </a:lnTo>
                <a:lnTo>
                  <a:pt x="11676" y="612"/>
                </a:lnTo>
                <a:lnTo>
                  <a:pt x="15410" y="544"/>
                </a:lnTo>
                <a:close/>
                <a:moveTo>
                  <a:pt x="27560" y="1087"/>
                </a:moveTo>
                <a:lnTo>
                  <a:pt x="28375" y="1155"/>
                </a:lnTo>
                <a:lnTo>
                  <a:pt x="28850" y="1290"/>
                </a:lnTo>
                <a:lnTo>
                  <a:pt x="29257" y="1426"/>
                </a:lnTo>
                <a:lnTo>
                  <a:pt x="29597" y="1630"/>
                </a:lnTo>
                <a:lnTo>
                  <a:pt x="29868" y="1834"/>
                </a:lnTo>
                <a:lnTo>
                  <a:pt x="30072" y="2105"/>
                </a:lnTo>
                <a:lnTo>
                  <a:pt x="30208" y="2444"/>
                </a:lnTo>
                <a:lnTo>
                  <a:pt x="30276" y="2784"/>
                </a:lnTo>
                <a:lnTo>
                  <a:pt x="30344" y="3259"/>
                </a:lnTo>
                <a:lnTo>
                  <a:pt x="30344" y="58311"/>
                </a:lnTo>
                <a:lnTo>
                  <a:pt x="30276" y="58718"/>
                </a:lnTo>
                <a:lnTo>
                  <a:pt x="30208" y="59125"/>
                </a:lnTo>
                <a:lnTo>
                  <a:pt x="30072" y="59465"/>
                </a:lnTo>
                <a:lnTo>
                  <a:pt x="29868" y="59736"/>
                </a:lnTo>
                <a:lnTo>
                  <a:pt x="29597" y="60008"/>
                </a:lnTo>
                <a:lnTo>
                  <a:pt x="29257" y="60144"/>
                </a:lnTo>
                <a:lnTo>
                  <a:pt x="28850" y="60347"/>
                </a:lnTo>
                <a:lnTo>
                  <a:pt x="28375" y="60415"/>
                </a:lnTo>
                <a:lnTo>
                  <a:pt x="26746" y="60687"/>
                </a:lnTo>
                <a:lnTo>
                  <a:pt x="23895" y="60958"/>
                </a:lnTo>
                <a:lnTo>
                  <a:pt x="22130" y="61094"/>
                </a:lnTo>
                <a:lnTo>
                  <a:pt x="20093" y="61230"/>
                </a:lnTo>
                <a:lnTo>
                  <a:pt x="17853" y="61298"/>
                </a:lnTo>
                <a:lnTo>
                  <a:pt x="12966" y="61298"/>
                </a:lnTo>
                <a:lnTo>
                  <a:pt x="10726" y="61230"/>
                </a:lnTo>
                <a:lnTo>
                  <a:pt x="8689" y="61094"/>
                </a:lnTo>
                <a:lnTo>
                  <a:pt x="6924" y="60958"/>
                </a:lnTo>
                <a:lnTo>
                  <a:pt x="4073" y="60687"/>
                </a:lnTo>
                <a:lnTo>
                  <a:pt x="2444" y="60415"/>
                </a:lnTo>
                <a:lnTo>
                  <a:pt x="1969" y="60347"/>
                </a:lnTo>
                <a:lnTo>
                  <a:pt x="1562" y="60144"/>
                </a:lnTo>
                <a:lnTo>
                  <a:pt x="1290" y="60008"/>
                </a:lnTo>
                <a:lnTo>
                  <a:pt x="951" y="59736"/>
                </a:lnTo>
                <a:lnTo>
                  <a:pt x="747" y="59465"/>
                </a:lnTo>
                <a:lnTo>
                  <a:pt x="612" y="59125"/>
                </a:lnTo>
                <a:lnTo>
                  <a:pt x="544" y="58718"/>
                </a:lnTo>
                <a:lnTo>
                  <a:pt x="544" y="58718"/>
                </a:lnTo>
                <a:lnTo>
                  <a:pt x="679" y="59125"/>
                </a:lnTo>
                <a:lnTo>
                  <a:pt x="815" y="59397"/>
                </a:lnTo>
                <a:lnTo>
                  <a:pt x="1019" y="59669"/>
                </a:lnTo>
                <a:lnTo>
                  <a:pt x="1290" y="59940"/>
                </a:lnTo>
                <a:lnTo>
                  <a:pt x="1630" y="60144"/>
                </a:lnTo>
                <a:lnTo>
                  <a:pt x="2037" y="60279"/>
                </a:lnTo>
                <a:lnTo>
                  <a:pt x="2444" y="60415"/>
                </a:lnTo>
                <a:lnTo>
                  <a:pt x="4073" y="60619"/>
                </a:lnTo>
                <a:lnTo>
                  <a:pt x="6924" y="60890"/>
                </a:lnTo>
                <a:lnTo>
                  <a:pt x="8689" y="61026"/>
                </a:lnTo>
                <a:lnTo>
                  <a:pt x="10726" y="61162"/>
                </a:lnTo>
                <a:lnTo>
                  <a:pt x="12966" y="61230"/>
                </a:lnTo>
                <a:lnTo>
                  <a:pt x="17853" y="61230"/>
                </a:lnTo>
                <a:lnTo>
                  <a:pt x="20093" y="61162"/>
                </a:lnTo>
                <a:lnTo>
                  <a:pt x="22130" y="61026"/>
                </a:lnTo>
                <a:lnTo>
                  <a:pt x="23895" y="60890"/>
                </a:lnTo>
                <a:lnTo>
                  <a:pt x="26746" y="60619"/>
                </a:lnTo>
                <a:lnTo>
                  <a:pt x="28375" y="60415"/>
                </a:lnTo>
                <a:lnTo>
                  <a:pt x="28850" y="60279"/>
                </a:lnTo>
                <a:lnTo>
                  <a:pt x="29190" y="60144"/>
                </a:lnTo>
                <a:lnTo>
                  <a:pt x="29529" y="59940"/>
                </a:lnTo>
                <a:lnTo>
                  <a:pt x="29800" y="59669"/>
                </a:lnTo>
                <a:lnTo>
                  <a:pt x="30004" y="59397"/>
                </a:lnTo>
                <a:lnTo>
                  <a:pt x="30140" y="59125"/>
                </a:lnTo>
                <a:lnTo>
                  <a:pt x="30276" y="58718"/>
                </a:lnTo>
                <a:lnTo>
                  <a:pt x="30276" y="58311"/>
                </a:lnTo>
                <a:lnTo>
                  <a:pt x="30276" y="3259"/>
                </a:lnTo>
                <a:lnTo>
                  <a:pt x="30276" y="2852"/>
                </a:lnTo>
                <a:lnTo>
                  <a:pt x="30140" y="2444"/>
                </a:lnTo>
                <a:lnTo>
                  <a:pt x="30004" y="2173"/>
                </a:lnTo>
                <a:lnTo>
                  <a:pt x="29800" y="1901"/>
                </a:lnTo>
                <a:lnTo>
                  <a:pt x="29529" y="1698"/>
                </a:lnTo>
                <a:lnTo>
                  <a:pt x="29190" y="1494"/>
                </a:lnTo>
                <a:lnTo>
                  <a:pt x="28850" y="1358"/>
                </a:lnTo>
                <a:lnTo>
                  <a:pt x="28375" y="1223"/>
                </a:lnTo>
                <a:lnTo>
                  <a:pt x="27560" y="1087"/>
                </a:lnTo>
                <a:close/>
                <a:moveTo>
                  <a:pt x="15410" y="1"/>
                </a:moveTo>
                <a:lnTo>
                  <a:pt x="11608" y="69"/>
                </a:lnTo>
                <a:lnTo>
                  <a:pt x="7739" y="204"/>
                </a:lnTo>
                <a:lnTo>
                  <a:pt x="4413" y="408"/>
                </a:lnTo>
                <a:lnTo>
                  <a:pt x="3191" y="544"/>
                </a:lnTo>
                <a:lnTo>
                  <a:pt x="2309" y="680"/>
                </a:lnTo>
                <a:lnTo>
                  <a:pt x="1765" y="815"/>
                </a:lnTo>
                <a:lnTo>
                  <a:pt x="1290" y="1019"/>
                </a:lnTo>
                <a:lnTo>
                  <a:pt x="883" y="1223"/>
                </a:lnTo>
                <a:lnTo>
                  <a:pt x="544" y="1494"/>
                </a:lnTo>
                <a:lnTo>
                  <a:pt x="340" y="1901"/>
                </a:lnTo>
                <a:lnTo>
                  <a:pt x="136" y="2241"/>
                </a:lnTo>
                <a:lnTo>
                  <a:pt x="1" y="2716"/>
                </a:lnTo>
                <a:lnTo>
                  <a:pt x="1" y="3259"/>
                </a:lnTo>
                <a:lnTo>
                  <a:pt x="1" y="58311"/>
                </a:lnTo>
                <a:lnTo>
                  <a:pt x="1" y="58854"/>
                </a:lnTo>
                <a:lnTo>
                  <a:pt x="136" y="59261"/>
                </a:lnTo>
                <a:lnTo>
                  <a:pt x="340" y="59736"/>
                </a:lnTo>
                <a:lnTo>
                  <a:pt x="612" y="60076"/>
                </a:lnTo>
                <a:lnTo>
                  <a:pt x="951" y="60347"/>
                </a:lnTo>
                <a:lnTo>
                  <a:pt x="1358" y="60619"/>
                </a:lnTo>
                <a:lnTo>
                  <a:pt x="1833" y="60823"/>
                </a:lnTo>
                <a:lnTo>
                  <a:pt x="2309" y="60958"/>
                </a:lnTo>
                <a:lnTo>
                  <a:pt x="4006" y="61162"/>
                </a:lnTo>
                <a:lnTo>
                  <a:pt x="6857" y="61501"/>
                </a:lnTo>
                <a:lnTo>
                  <a:pt x="8689" y="61637"/>
                </a:lnTo>
                <a:lnTo>
                  <a:pt x="10726" y="61705"/>
                </a:lnTo>
                <a:lnTo>
                  <a:pt x="12966" y="61773"/>
                </a:lnTo>
                <a:lnTo>
                  <a:pt x="15410" y="61841"/>
                </a:lnTo>
                <a:lnTo>
                  <a:pt x="17853" y="61773"/>
                </a:lnTo>
                <a:lnTo>
                  <a:pt x="20093" y="61705"/>
                </a:lnTo>
                <a:lnTo>
                  <a:pt x="22130" y="61637"/>
                </a:lnTo>
                <a:lnTo>
                  <a:pt x="23963" y="61501"/>
                </a:lnTo>
                <a:lnTo>
                  <a:pt x="26814" y="61162"/>
                </a:lnTo>
                <a:lnTo>
                  <a:pt x="28511" y="60958"/>
                </a:lnTo>
                <a:lnTo>
                  <a:pt x="28986" y="60823"/>
                </a:lnTo>
                <a:lnTo>
                  <a:pt x="29461" y="60619"/>
                </a:lnTo>
                <a:lnTo>
                  <a:pt x="29868" y="60347"/>
                </a:lnTo>
                <a:lnTo>
                  <a:pt x="30208" y="60076"/>
                </a:lnTo>
                <a:lnTo>
                  <a:pt x="30479" y="59736"/>
                </a:lnTo>
                <a:lnTo>
                  <a:pt x="30683" y="59261"/>
                </a:lnTo>
                <a:lnTo>
                  <a:pt x="30819" y="58854"/>
                </a:lnTo>
                <a:lnTo>
                  <a:pt x="30819" y="58311"/>
                </a:lnTo>
                <a:lnTo>
                  <a:pt x="30819" y="3259"/>
                </a:lnTo>
                <a:lnTo>
                  <a:pt x="30819" y="2716"/>
                </a:lnTo>
                <a:lnTo>
                  <a:pt x="30683" y="2241"/>
                </a:lnTo>
                <a:lnTo>
                  <a:pt x="30547" y="1901"/>
                </a:lnTo>
                <a:lnTo>
                  <a:pt x="30276" y="1494"/>
                </a:lnTo>
                <a:lnTo>
                  <a:pt x="29936" y="1223"/>
                </a:lnTo>
                <a:lnTo>
                  <a:pt x="29529" y="1019"/>
                </a:lnTo>
                <a:lnTo>
                  <a:pt x="29054" y="815"/>
                </a:lnTo>
                <a:lnTo>
                  <a:pt x="28511" y="680"/>
                </a:lnTo>
                <a:lnTo>
                  <a:pt x="27628" y="544"/>
                </a:lnTo>
                <a:lnTo>
                  <a:pt x="26406" y="408"/>
                </a:lnTo>
                <a:lnTo>
                  <a:pt x="23080" y="204"/>
                </a:lnTo>
                <a:lnTo>
                  <a:pt x="19211" y="69"/>
                </a:lnTo>
                <a:lnTo>
                  <a:pt x="15410" y="1"/>
                </a:lnTo>
                <a:close/>
              </a:path>
            </a:pathLst>
          </a:custGeom>
          <a:solidFill>
            <a:srgbClr val="0A0A0A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2F5F"/>
              </a:solidFill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2" name="Shape 495"/>
          <p:cNvSpPr txBox="1"/>
          <p:nvPr/>
        </p:nvSpPr>
        <p:spPr>
          <a:xfrm>
            <a:off x="182811" y="904256"/>
            <a:ext cx="3266987" cy="1086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2400"/>
              <a:buFont typeface="Nunito Sans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46D23"/>
                </a:solidFill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  <a:sym typeface="Arial Narrow"/>
              </a:rPr>
              <a:t>Leveraging AI to reimagine the Quote &amp; Buy Process</a:t>
            </a:r>
            <a:endParaRPr kumimoji="0" sz="2000" b="1" i="0" u="none" strike="noStrike" kern="0" cap="none" spc="0" normalizeH="0" baseline="0" noProof="0" dirty="0">
              <a:ln>
                <a:noFill/>
              </a:ln>
              <a:solidFill>
                <a:srgbClr val="F46D23"/>
              </a:solidFill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 Narrow"/>
            </a:endParaRPr>
          </a:p>
        </p:txBody>
      </p:sp>
      <p:sp>
        <p:nvSpPr>
          <p:cNvPr id="23" name="Shape 496"/>
          <p:cNvSpPr txBox="1"/>
          <p:nvPr/>
        </p:nvSpPr>
        <p:spPr>
          <a:xfrm>
            <a:off x="79669" y="1990857"/>
            <a:ext cx="3266987" cy="392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▪"/>
              <a:tabLst/>
              <a:defRPr/>
            </a:pP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  <a:sym typeface="Arial Narrow"/>
              </a:rPr>
              <a:t>Instant Auto Insurance Renewal Premium based on Car number plate </a:t>
            </a: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/>
                <a:sym typeface="Arial Narrow"/>
              </a:rPr>
              <a:t>and First year premium based on image of car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▪"/>
              <a:tabLst/>
              <a:defRPr/>
            </a:pPr>
            <a:endParaRPr kumimoji="0" lang="en-US" sz="1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 Narrow"/>
            </a:endParaRP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▪"/>
              <a:tabLst/>
              <a:defRPr/>
            </a:pP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  <a:sym typeface="Arial Narrow"/>
              </a:rPr>
              <a:t>One tap retrieval of vehicle history for premium calculation using </a:t>
            </a:r>
            <a:r>
              <a:rPr kumimoji="0" lang="en-US" sz="18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  <a:sym typeface="Arial Narrow"/>
              </a:rPr>
              <a:t>AutoCheck</a:t>
            </a: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  <a:sym typeface="Arial Narrow"/>
              </a:rPr>
              <a:t>, DMV service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tabLst/>
              <a:defRPr/>
            </a:pP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  <a:sym typeface="Arial Narrow"/>
              </a:rPr>
              <a:t> 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▪"/>
              <a:tabLst/>
              <a:defRPr/>
            </a:pP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  <a:sym typeface="Arial Narrow"/>
              </a:rPr>
              <a:t>Instant premium calculation in Guidewire </a:t>
            </a:r>
            <a:r>
              <a:rPr kumimoji="0" lang="en-US" sz="18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  <a:sym typeface="Arial Narrow"/>
              </a:rPr>
              <a:t>PolicyCenter</a:t>
            </a: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  <a:sym typeface="Arial Narrow"/>
              </a:rPr>
              <a:t>. Quote time reduces from few minutes to seconds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▪"/>
              <a:tabLst/>
              <a:defRPr/>
            </a:pPr>
            <a:endParaRPr kumimoji="0" lang="en-US" sz="1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 Narrow"/>
            </a:endParaRP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▪"/>
              <a:tabLst/>
              <a:defRPr/>
            </a:pPr>
            <a:endParaRPr kumimoji="0" sz="1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 Narrow"/>
            </a:endParaRP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▪"/>
              <a:tabLst/>
              <a:defRPr/>
            </a:pPr>
            <a:endParaRPr kumimoji="0" lang="en-US" sz="1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 Narrow"/>
            </a:endParaRP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▪"/>
              <a:tabLst/>
              <a:defRPr/>
            </a:pPr>
            <a:endParaRPr kumimoji="0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26" name="Shape 4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4007" y="-71064"/>
            <a:ext cx="1086601" cy="108660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Shape 14"/>
          <p:cNvSpPr txBox="1"/>
          <p:nvPr/>
        </p:nvSpPr>
        <p:spPr>
          <a:xfrm>
            <a:off x="11718147" y="6598919"/>
            <a:ext cx="472973" cy="364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9</a:t>
            </a:r>
            <a:endParaRPr kumimoji="0" sz="1465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cxnSp>
        <p:nvCxnSpPr>
          <p:cNvPr id="30" name="Shape 16"/>
          <p:cNvCxnSpPr/>
          <p:nvPr/>
        </p:nvCxnSpPr>
        <p:spPr>
          <a:xfrm>
            <a:off x="11714480" y="6629400"/>
            <a:ext cx="5080" cy="22860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rgbClr val="5F5F5F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C0A343A8-289A-4B83-B775-732FEA386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7346" y="3989662"/>
            <a:ext cx="3381315" cy="290722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D732EB4-33D8-4451-B240-2FF4352326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916" y="3989664"/>
            <a:ext cx="2504971" cy="290722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73F05A4-9587-4B7C-BAEF-1AD965DD540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330" y="-42261"/>
            <a:ext cx="2526456" cy="1592304"/>
          </a:xfrm>
          <a:prstGeom prst="rect">
            <a:avLst/>
          </a:prstGeom>
        </p:spPr>
      </p:pic>
      <p:sp>
        <p:nvSpPr>
          <p:cNvPr id="5" name="AutoShape 2" descr="Image result for Car in Us">
            <a:extLst>
              <a:ext uri="{FF2B5EF4-FFF2-40B4-BE49-F238E27FC236}">
                <a16:creationId xmlns:a16="http://schemas.microsoft.com/office/drawing/2014/main" id="{913888A3-6531-4762-9AEA-35B202779E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ED4512-5079-4B58-B56D-4F7C22654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9916" y="0"/>
            <a:ext cx="5871809" cy="134838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2042AEE-67DA-458E-802F-3D116E781DA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9443" r="78250" b="15760"/>
          <a:stretch/>
        </p:blipFill>
        <p:spPr>
          <a:xfrm>
            <a:off x="3645181" y="1764885"/>
            <a:ext cx="2503721" cy="4449556"/>
          </a:xfrm>
          <a:prstGeom prst="rect">
            <a:avLst/>
          </a:prstGeom>
          <a:ln w="76200">
            <a:noFill/>
          </a:ln>
          <a:effectLst>
            <a:outerShdw blurRad="292100" dist="139700" dir="2700000" algn="tl" rotWithShape="0">
              <a:schemeClr val="bg1">
                <a:alpha val="6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5345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House Window Glass Broken">
            <a:extLst>
              <a:ext uri="{FF2B5EF4-FFF2-40B4-BE49-F238E27FC236}">
                <a16:creationId xmlns:a16="http://schemas.microsoft.com/office/drawing/2014/main" id="{EEE4AF7E-E40C-40C9-BC7B-039152409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65" y="0"/>
            <a:ext cx="876685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hape 481"/>
          <p:cNvSpPr/>
          <p:nvPr/>
        </p:nvSpPr>
        <p:spPr>
          <a:xfrm>
            <a:off x="3497332" y="1009005"/>
            <a:ext cx="2766827" cy="5551879"/>
          </a:xfrm>
          <a:custGeom>
            <a:avLst/>
            <a:gdLst/>
            <a:ahLst/>
            <a:cxnLst/>
            <a:rect l="0" t="0" r="0" b="0"/>
            <a:pathLst>
              <a:path w="30819" h="61841" extrusionOk="0">
                <a:moveTo>
                  <a:pt x="5160" y="2580"/>
                </a:moveTo>
                <a:lnTo>
                  <a:pt x="5295" y="2648"/>
                </a:lnTo>
                <a:lnTo>
                  <a:pt x="5363" y="2784"/>
                </a:lnTo>
                <a:lnTo>
                  <a:pt x="5363" y="2920"/>
                </a:lnTo>
                <a:lnTo>
                  <a:pt x="5363" y="3055"/>
                </a:lnTo>
                <a:lnTo>
                  <a:pt x="5295" y="3191"/>
                </a:lnTo>
                <a:lnTo>
                  <a:pt x="5160" y="3259"/>
                </a:lnTo>
                <a:lnTo>
                  <a:pt x="4888" y="3259"/>
                </a:lnTo>
                <a:lnTo>
                  <a:pt x="4752" y="3191"/>
                </a:lnTo>
                <a:lnTo>
                  <a:pt x="4684" y="3055"/>
                </a:lnTo>
                <a:lnTo>
                  <a:pt x="4684" y="2920"/>
                </a:lnTo>
                <a:lnTo>
                  <a:pt x="4684" y="2784"/>
                </a:lnTo>
                <a:lnTo>
                  <a:pt x="4752" y="2648"/>
                </a:lnTo>
                <a:lnTo>
                  <a:pt x="4888" y="2580"/>
                </a:lnTo>
                <a:close/>
                <a:moveTo>
                  <a:pt x="15410" y="2241"/>
                </a:moveTo>
                <a:lnTo>
                  <a:pt x="15681" y="2309"/>
                </a:lnTo>
                <a:lnTo>
                  <a:pt x="15885" y="2444"/>
                </a:lnTo>
                <a:lnTo>
                  <a:pt x="16021" y="2648"/>
                </a:lnTo>
                <a:lnTo>
                  <a:pt x="16088" y="2920"/>
                </a:lnTo>
                <a:lnTo>
                  <a:pt x="16021" y="3191"/>
                </a:lnTo>
                <a:lnTo>
                  <a:pt x="15885" y="3395"/>
                </a:lnTo>
                <a:lnTo>
                  <a:pt x="15681" y="3531"/>
                </a:lnTo>
                <a:lnTo>
                  <a:pt x="15410" y="3598"/>
                </a:lnTo>
                <a:lnTo>
                  <a:pt x="15138" y="3531"/>
                </a:lnTo>
                <a:lnTo>
                  <a:pt x="14934" y="3395"/>
                </a:lnTo>
                <a:lnTo>
                  <a:pt x="14799" y="3191"/>
                </a:lnTo>
                <a:lnTo>
                  <a:pt x="14731" y="2920"/>
                </a:lnTo>
                <a:lnTo>
                  <a:pt x="14799" y="2648"/>
                </a:lnTo>
                <a:lnTo>
                  <a:pt x="14934" y="2444"/>
                </a:lnTo>
                <a:lnTo>
                  <a:pt x="15138" y="2309"/>
                </a:lnTo>
                <a:lnTo>
                  <a:pt x="15410" y="2241"/>
                </a:lnTo>
                <a:close/>
                <a:moveTo>
                  <a:pt x="29393" y="5228"/>
                </a:moveTo>
                <a:lnTo>
                  <a:pt x="29461" y="5296"/>
                </a:lnTo>
                <a:lnTo>
                  <a:pt x="29461" y="54849"/>
                </a:lnTo>
                <a:lnTo>
                  <a:pt x="1426" y="54849"/>
                </a:lnTo>
                <a:lnTo>
                  <a:pt x="1426" y="5296"/>
                </a:lnTo>
                <a:lnTo>
                  <a:pt x="1494" y="5228"/>
                </a:lnTo>
                <a:close/>
                <a:moveTo>
                  <a:pt x="15410" y="544"/>
                </a:moveTo>
                <a:lnTo>
                  <a:pt x="19143" y="612"/>
                </a:lnTo>
                <a:lnTo>
                  <a:pt x="23012" y="747"/>
                </a:lnTo>
                <a:lnTo>
                  <a:pt x="26339" y="951"/>
                </a:lnTo>
                <a:lnTo>
                  <a:pt x="27560" y="1087"/>
                </a:lnTo>
                <a:lnTo>
                  <a:pt x="27560" y="1087"/>
                </a:lnTo>
                <a:lnTo>
                  <a:pt x="26339" y="1019"/>
                </a:lnTo>
                <a:lnTo>
                  <a:pt x="23012" y="815"/>
                </a:lnTo>
                <a:lnTo>
                  <a:pt x="19143" y="680"/>
                </a:lnTo>
                <a:lnTo>
                  <a:pt x="15410" y="612"/>
                </a:lnTo>
                <a:lnTo>
                  <a:pt x="11676" y="680"/>
                </a:lnTo>
                <a:lnTo>
                  <a:pt x="7807" y="815"/>
                </a:lnTo>
                <a:lnTo>
                  <a:pt x="4481" y="1019"/>
                </a:lnTo>
                <a:lnTo>
                  <a:pt x="3259" y="1087"/>
                </a:lnTo>
                <a:lnTo>
                  <a:pt x="2444" y="1223"/>
                </a:lnTo>
                <a:lnTo>
                  <a:pt x="1969" y="1358"/>
                </a:lnTo>
                <a:lnTo>
                  <a:pt x="1630" y="1494"/>
                </a:lnTo>
                <a:lnTo>
                  <a:pt x="1290" y="1698"/>
                </a:lnTo>
                <a:lnTo>
                  <a:pt x="1019" y="1901"/>
                </a:lnTo>
                <a:lnTo>
                  <a:pt x="815" y="2173"/>
                </a:lnTo>
                <a:lnTo>
                  <a:pt x="679" y="2444"/>
                </a:lnTo>
                <a:lnTo>
                  <a:pt x="544" y="2852"/>
                </a:lnTo>
                <a:lnTo>
                  <a:pt x="544" y="3259"/>
                </a:lnTo>
                <a:lnTo>
                  <a:pt x="544" y="58311"/>
                </a:lnTo>
                <a:lnTo>
                  <a:pt x="544" y="58718"/>
                </a:lnTo>
                <a:lnTo>
                  <a:pt x="476" y="58311"/>
                </a:lnTo>
                <a:lnTo>
                  <a:pt x="476" y="3259"/>
                </a:lnTo>
                <a:lnTo>
                  <a:pt x="544" y="2784"/>
                </a:lnTo>
                <a:lnTo>
                  <a:pt x="612" y="2444"/>
                </a:lnTo>
                <a:lnTo>
                  <a:pt x="747" y="2105"/>
                </a:lnTo>
                <a:lnTo>
                  <a:pt x="951" y="1834"/>
                </a:lnTo>
                <a:lnTo>
                  <a:pt x="1222" y="1630"/>
                </a:lnTo>
                <a:lnTo>
                  <a:pt x="1562" y="1426"/>
                </a:lnTo>
                <a:lnTo>
                  <a:pt x="1969" y="1290"/>
                </a:lnTo>
                <a:lnTo>
                  <a:pt x="2444" y="1155"/>
                </a:lnTo>
                <a:lnTo>
                  <a:pt x="3259" y="1087"/>
                </a:lnTo>
                <a:lnTo>
                  <a:pt x="4481" y="951"/>
                </a:lnTo>
                <a:lnTo>
                  <a:pt x="7807" y="747"/>
                </a:lnTo>
                <a:lnTo>
                  <a:pt x="11676" y="612"/>
                </a:lnTo>
                <a:lnTo>
                  <a:pt x="15410" y="544"/>
                </a:lnTo>
                <a:close/>
                <a:moveTo>
                  <a:pt x="27560" y="1087"/>
                </a:moveTo>
                <a:lnTo>
                  <a:pt x="28375" y="1155"/>
                </a:lnTo>
                <a:lnTo>
                  <a:pt x="28850" y="1290"/>
                </a:lnTo>
                <a:lnTo>
                  <a:pt x="29257" y="1426"/>
                </a:lnTo>
                <a:lnTo>
                  <a:pt x="29597" y="1630"/>
                </a:lnTo>
                <a:lnTo>
                  <a:pt x="29868" y="1834"/>
                </a:lnTo>
                <a:lnTo>
                  <a:pt x="30072" y="2105"/>
                </a:lnTo>
                <a:lnTo>
                  <a:pt x="30208" y="2444"/>
                </a:lnTo>
                <a:lnTo>
                  <a:pt x="30276" y="2784"/>
                </a:lnTo>
                <a:lnTo>
                  <a:pt x="30344" y="3259"/>
                </a:lnTo>
                <a:lnTo>
                  <a:pt x="30344" y="58311"/>
                </a:lnTo>
                <a:lnTo>
                  <a:pt x="30276" y="58718"/>
                </a:lnTo>
                <a:lnTo>
                  <a:pt x="30208" y="59125"/>
                </a:lnTo>
                <a:lnTo>
                  <a:pt x="30072" y="59465"/>
                </a:lnTo>
                <a:lnTo>
                  <a:pt x="29868" y="59736"/>
                </a:lnTo>
                <a:lnTo>
                  <a:pt x="29597" y="60008"/>
                </a:lnTo>
                <a:lnTo>
                  <a:pt x="29257" y="60144"/>
                </a:lnTo>
                <a:lnTo>
                  <a:pt x="28850" y="60347"/>
                </a:lnTo>
                <a:lnTo>
                  <a:pt x="28375" y="60415"/>
                </a:lnTo>
                <a:lnTo>
                  <a:pt x="26746" y="60687"/>
                </a:lnTo>
                <a:lnTo>
                  <a:pt x="23895" y="60958"/>
                </a:lnTo>
                <a:lnTo>
                  <a:pt x="22130" y="61094"/>
                </a:lnTo>
                <a:lnTo>
                  <a:pt x="20093" y="61230"/>
                </a:lnTo>
                <a:lnTo>
                  <a:pt x="17853" y="61298"/>
                </a:lnTo>
                <a:lnTo>
                  <a:pt x="12966" y="61298"/>
                </a:lnTo>
                <a:lnTo>
                  <a:pt x="10726" y="61230"/>
                </a:lnTo>
                <a:lnTo>
                  <a:pt x="8689" y="61094"/>
                </a:lnTo>
                <a:lnTo>
                  <a:pt x="6924" y="60958"/>
                </a:lnTo>
                <a:lnTo>
                  <a:pt x="4073" y="60687"/>
                </a:lnTo>
                <a:lnTo>
                  <a:pt x="2444" y="60415"/>
                </a:lnTo>
                <a:lnTo>
                  <a:pt x="1969" y="60347"/>
                </a:lnTo>
                <a:lnTo>
                  <a:pt x="1562" y="60144"/>
                </a:lnTo>
                <a:lnTo>
                  <a:pt x="1290" y="60008"/>
                </a:lnTo>
                <a:lnTo>
                  <a:pt x="951" y="59736"/>
                </a:lnTo>
                <a:lnTo>
                  <a:pt x="747" y="59465"/>
                </a:lnTo>
                <a:lnTo>
                  <a:pt x="612" y="59125"/>
                </a:lnTo>
                <a:lnTo>
                  <a:pt x="544" y="58718"/>
                </a:lnTo>
                <a:lnTo>
                  <a:pt x="544" y="58718"/>
                </a:lnTo>
                <a:lnTo>
                  <a:pt x="679" y="59125"/>
                </a:lnTo>
                <a:lnTo>
                  <a:pt x="815" y="59397"/>
                </a:lnTo>
                <a:lnTo>
                  <a:pt x="1019" y="59669"/>
                </a:lnTo>
                <a:lnTo>
                  <a:pt x="1290" y="59940"/>
                </a:lnTo>
                <a:lnTo>
                  <a:pt x="1630" y="60144"/>
                </a:lnTo>
                <a:lnTo>
                  <a:pt x="2037" y="60279"/>
                </a:lnTo>
                <a:lnTo>
                  <a:pt x="2444" y="60415"/>
                </a:lnTo>
                <a:lnTo>
                  <a:pt x="4073" y="60619"/>
                </a:lnTo>
                <a:lnTo>
                  <a:pt x="6924" y="60890"/>
                </a:lnTo>
                <a:lnTo>
                  <a:pt x="8689" y="61026"/>
                </a:lnTo>
                <a:lnTo>
                  <a:pt x="10726" y="61162"/>
                </a:lnTo>
                <a:lnTo>
                  <a:pt x="12966" y="61230"/>
                </a:lnTo>
                <a:lnTo>
                  <a:pt x="17853" y="61230"/>
                </a:lnTo>
                <a:lnTo>
                  <a:pt x="20093" y="61162"/>
                </a:lnTo>
                <a:lnTo>
                  <a:pt x="22130" y="61026"/>
                </a:lnTo>
                <a:lnTo>
                  <a:pt x="23895" y="60890"/>
                </a:lnTo>
                <a:lnTo>
                  <a:pt x="26746" y="60619"/>
                </a:lnTo>
                <a:lnTo>
                  <a:pt x="28375" y="60415"/>
                </a:lnTo>
                <a:lnTo>
                  <a:pt x="28850" y="60279"/>
                </a:lnTo>
                <a:lnTo>
                  <a:pt x="29190" y="60144"/>
                </a:lnTo>
                <a:lnTo>
                  <a:pt x="29529" y="59940"/>
                </a:lnTo>
                <a:lnTo>
                  <a:pt x="29800" y="59669"/>
                </a:lnTo>
                <a:lnTo>
                  <a:pt x="30004" y="59397"/>
                </a:lnTo>
                <a:lnTo>
                  <a:pt x="30140" y="59125"/>
                </a:lnTo>
                <a:lnTo>
                  <a:pt x="30276" y="58718"/>
                </a:lnTo>
                <a:lnTo>
                  <a:pt x="30276" y="58311"/>
                </a:lnTo>
                <a:lnTo>
                  <a:pt x="30276" y="3259"/>
                </a:lnTo>
                <a:lnTo>
                  <a:pt x="30276" y="2852"/>
                </a:lnTo>
                <a:lnTo>
                  <a:pt x="30140" y="2444"/>
                </a:lnTo>
                <a:lnTo>
                  <a:pt x="30004" y="2173"/>
                </a:lnTo>
                <a:lnTo>
                  <a:pt x="29800" y="1901"/>
                </a:lnTo>
                <a:lnTo>
                  <a:pt x="29529" y="1698"/>
                </a:lnTo>
                <a:lnTo>
                  <a:pt x="29190" y="1494"/>
                </a:lnTo>
                <a:lnTo>
                  <a:pt x="28850" y="1358"/>
                </a:lnTo>
                <a:lnTo>
                  <a:pt x="28375" y="1223"/>
                </a:lnTo>
                <a:lnTo>
                  <a:pt x="27560" y="1087"/>
                </a:lnTo>
                <a:close/>
                <a:moveTo>
                  <a:pt x="15410" y="1"/>
                </a:moveTo>
                <a:lnTo>
                  <a:pt x="11608" y="69"/>
                </a:lnTo>
                <a:lnTo>
                  <a:pt x="7739" y="204"/>
                </a:lnTo>
                <a:lnTo>
                  <a:pt x="4413" y="408"/>
                </a:lnTo>
                <a:lnTo>
                  <a:pt x="3191" y="544"/>
                </a:lnTo>
                <a:lnTo>
                  <a:pt x="2309" y="680"/>
                </a:lnTo>
                <a:lnTo>
                  <a:pt x="1765" y="815"/>
                </a:lnTo>
                <a:lnTo>
                  <a:pt x="1290" y="1019"/>
                </a:lnTo>
                <a:lnTo>
                  <a:pt x="883" y="1223"/>
                </a:lnTo>
                <a:lnTo>
                  <a:pt x="544" y="1494"/>
                </a:lnTo>
                <a:lnTo>
                  <a:pt x="340" y="1901"/>
                </a:lnTo>
                <a:lnTo>
                  <a:pt x="136" y="2241"/>
                </a:lnTo>
                <a:lnTo>
                  <a:pt x="1" y="2716"/>
                </a:lnTo>
                <a:lnTo>
                  <a:pt x="1" y="3259"/>
                </a:lnTo>
                <a:lnTo>
                  <a:pt x="1" y="58311"/>
                </a:lnTo>
                <a:lnTo>
                  <a:pt x="1" y="58854"/>
                </a:lnTo>
                <a:lnTo>
                  <a:pt x="136" y="59261"/>
                </a:lnTo>
                <a:lnTo>
                  <a:pt x="340" y="59736"/>
                </a:lnTo>
                <a:lnTo>
                  <a:pt x="612" y="60076"/>
                </a:lnTo>
                <a:lnTo>
                  <a:pt x="951" y="60347"/>
                </a:lnTo>
                <a:lnTo>
                  <a:pt x="1358" y="60619"/>
                </a:lnTo>
                <a:lnTo>
                  <a:pt x="1833" y="60823"/>
                </a:lnTo>
                <a:lnTo>
                  <a:pt x="2309" y="60958"/>
                </a:lnTo>
                <a:lnTo>
                  <a:pt x="4006" y="61162"/>
                </a:lnTo>
                <a:lnTo>
                  <a:pt x="6857" y="61501"/>
                </a:lnTo>
                <a:lnTo>
                  <a:pt x="8689" y="61637"/>
                </a:lnTo>
                <a:lnTo>
                  <a:pt x="10726" y="61705"/>
                </a:lnTo>
                <a:lnTo>
                  <a:pt x="12966" y="61773"/>
                </a:lnTo>
                <a:lnTo>
                  <a:pt x="15410" y="61841"/>
                </a:lnTo>
                <a:lnTo>
                  <a:pt x="17853" y="61773"/>
                </a:lnTo>
                <a:lnTo>
                  <a:pt x="20093" y="61705"/>
                </a:lnTo>
                <a:lnTo>
                  <a:pt x="22130" y="61637"/>
                </a:lnTo>
                <a:lnTo>
                  <a:pt x="23963" y="61501"/>
                </a:lnTo>
                <a:lnTo>
                  <a:pt x="26814" y="61162"/>
                </a:lnTo>
                <a:lnTo>
                  <a:pt x="28511" y="60958"/>
                </a:lnTo>
                <a:lnTo>
                  <a:pt x="28986" y="60823"/>
                </a:lnTo>
                <a:lnTo>
                  <a:pt x="29461" y="60619"/>
                </a:lnTo>
                <a:lnTo>
                  <a:pt x="29868" y="60347"/>
                </a:lnTo>
                <a:lnTo>
                  <a:pt x="30208" y="60076"/>
                </a:lnTo>
                <a:lnTo>
                  <a:pt x="30479" y="59736"/>
                </a:lnTo>
                <a:lnTo>
                  <a:pt x="30683" y="59261"/>
                </a:lnTo>
                <a:lnTo>
                  <a:pt x="30819" y="58854"/>
                </a:lnTo>
                <a:lnTo>
                  <a:pt x="30819" y="58311"/>
                </a:lnTo>
                <a:lnTo>
                  <a:pt x="30819" y="3259"/>
                </a:lnTo>
                <a:lnTo>
                  <a:pt x="30819" y="2716"/>
                </a:lnTo>
                <a:lnTo>
                  <a:pt x="30683" y="2241"/>
                </a:lnTo>
                <a:lnTo>
                  <a:pt x="30547" y="1901"/>
                </a:lnTo>
                <a:lnTo>
                  <a:pt x="30276" y="1494"/>
                </a:lnTo>
                <a:lnTo>
                  <a:pt x="29936" y="1223"/>
                </a:lnTo>
                <a:lnTo>
                  <a:pt x="29529" y="1019"/>
                </a:lnTo>
                <a:lnTo>
                  <a:pt x="29054" y="815"/>
                </a:lnTo>
                <a:lnTo>
                  <a:pt x="28511" y="680"/>
                </a:lnTo>
                <a:lnTo>
                  <a:pt x="27628" y="544"/>
                </a:lnTo>
                <a:lnTo>
                  <a:pt x="26406" y="408"/>
                </a:lnTo>
                <a:lnTo>
                  <a:pt x="23080" y="204"/>
                </a:lnTo>
                <a:lnTo>
                  <a:pt x="19211" y="69"/>
                </a:lnTo>
                <a:lnTo>
                  <a:pt x="15410" y="1"/>
                </a:lnTo>
                <a:close/>
              </a:path>
            </a:pathLst>
          </a:custGeom>
          <a:solidFill>
            <a:srgbClr val="0A0A0A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002F5F"/>
              </a:solidFill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Shape 483"/>
          <p:cNvSpPr/>
          <p:nvPr/>
        </p:nvSpPr>
        <p:spPr>
          <a:xfrm>
            <a:off x="10034011" y="3331454"/>
            <a:ext cx="991519" cy="499433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1" name="Shape 484"/>
          <p:cNvSpPr/>
          <p:nvPr/>
        </p:nvSpPr>
        <p:spPr>
          <a:xfrm>
            <a:off x="6558834" y="4200282"/>
            <a:ext cx="4516916" cy="707577"/>
          </a:xfrm>
          <a:prstGeom prst="roundRect">
            <a:avLst>
              <a:gd name="adj" fmla="val 29782"/>
            </a:avLst>
          </a:prstGeom>
          <a:solidFill>
            <a:schemeClr val="lt1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Shape 485"/>
          <p:cNvSpPr txBox="1"/>
          <p:nvPr/>
        </p:nvSpPr>
        <p:spPr>
          <a:xfrm>
            <a:off x="10189970" y="3420131"/>
            <a:ext cx="88578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74747"/>
                </a:solidFill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  <a:sym typeface="Nunito Sans"/>
              </a:rPr>
              <a:t>Hello!!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Shape 486"/>
          <p:cNvSpPr txBox="1"/>
          <p:nvPr/>
        </p:nvSpPr>
        <p:spPr>
          <a:xfrm>
            <a:off x="6635949" y="4271662"/>
            <a:ext cx="431785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74747"/>
                </a:solidFill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  <a:sym typeface="Nunito Sans"/>
              </a:rPr>
              <a:t>I’m Macy and I can help you with your Home Insurance Glass Claim settlement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14" name="Shape 487"/>
          <p:cNvPicPr preferRelativeResize="0"/>
          <p:nvPr/>
        </p:nvPicPr>
        <p:blipFill rotWithShape="1">
          <a:blip r:embed="rId3">
            <a:alphaModFix/>
          </a:blip>
          <a:srcRect l="40881" t="22650" r="39610" b="24386"/>
          <a:stretch/>
        </p:blipFill>
        <p:spPr>
          <a:xfrm>
            <a:off x="6558834" y="4980198"/>
            <a:ext cx="366003" cy="36779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Shape 488"/>
          <p:cNvSpPr/>
          <p:nvPr/>
        </p:nvSpPr>
        <p:spPr>
          <a:xfrm>
            <a:off x="6558834" y="5496203"/>
            <a:ext cx="4516916" cy="707577"/>
          </a:xfrm>
          <a:prstGeom prst="roundRect">
            <a:avLst>
              <a:gd name="adj" fmla="val 29782"/>
            </a:avLst>
          </a:prstGeom>
          <a:solidFill>
            <a:schemeClr val="lt1"/>
          </a:solidFill>
          <a:ln w="25400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16" name="Shape 489"/>
          <p:cNvSpPr txBox="1"/>
          <p:nvPr/>
        </p:nvSpPr>
        <p:spPr>
          <a:xfrm>
            <a:off x="6635949" y="5567583"/>
            <a:ext cx="431785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474747"/>
                </a:solidFill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  <a:sym typeface="Nunito Sans"/>
              </a:rPr>
              <a:t>I have a damaged window glass for which I want to make a Claim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20" name="Shape 493"/>
          <p:cNvPicPr preferRelativeResize="0"/>
          <p:nvPr/>
        </p:nvPicPr>
        <p:blipFill rotWithShape="1">
          <a:blip r:embed="rId3">
            <a:alphaModFix/>
          </a:blip>
          <a:srcRect l="40881" t="22650" r="39610" b="24386"/>
          <a:stretch/>
        </p:blipFill>
        <p:spPr>
          <a:xfrm>
            <a:off x="7322527" y="1466765"/>
            <a:ext cx="1653116" cy="166122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Shape 495"/>
          <p:cNvSpPr txBox="1"/>
          <p:nvPr/>
        </p:nvSpPr>
        <p:spPr>
          <a:xfrm>
            <a:off x="105964" y="616859"/>
            <a:ext cx="3343216" cy="1737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7031"/>
              </a:buClr>
              <a:buSzPts val="2400"/>
              <a:buFont typeface="Nunito Sans"/>
              <a:buNone/>
              <a:tabLst/>
              <a:defRPr/>
            </a:pPr>
            <a:r>
              <a:rPr lang="en-US" sz="2000" b="1" kern="0" dirty="0">
                <a:solidFill>
                  <a:srgbClr val="F46D23"/>
                </a:solidFill>
                <a:latin typeface="Arial" panose="020B0604020202020204" pitchFamily="34" charset="0"/>
                <a:ea typeface="Arial Narrow" charset="0"/>
                <a:cs typeface="Arial" panose="020B0604020202020204" pitchFamily="34" charset="0"/>
                <a:sym typeface="Arial Narrow"/>
              </a:rPr>
              <a:t>Using Virtual Assistant to deliver 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46D23"/>
                </a:solidFill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  <a:sym typeface="Arial Narrow"/>
              </a:rPr>
              <a:t>an efficient &amp; frictionless customer experience in a claims process</a:t>
            </a:r>
            <a:endParaRPr kumimoji="0" b="1" i="0" u="none" strike="noStrike" kern="0" cap="none" spc="0" normalizeH="0" baseline="0" noProof="0" dirty="0">
              <a:ln>
                <a:noFill/>
              </a:ln>
              <a:solidFill>
                <a:srgbClr val="F46D23"/>
              </a:solidFill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 Narrow"/>
            </a:endParaRPr>
          </a:p>
        </p:txBody>
      </p:sp>
      <p:sp>
        <p:nvSpPr>
          <p:cNvPr id="23" name="Shape 496"/>
          <p:cNvSpPr txBox="1"/>
          <p:nvPr/>
        </p:nvSpPr>
        <p:spPr>
          <a:xfrm>
            <a:off x="0" y="2475282"/>
            <a:ext cx="3266987" cy="367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  <a:sym typeface="Arial Narrow"/>
              </a:rPr>
              <a:t>Instant settlement of Home Insurance Glass Claim  based on picture of damaged window and glass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  <a:tabLst/>
              <a:defRPr/>
            </a:pPr>
            <a:endParaRPr kumimoji="0" lang="en-US" sz="1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 Narrow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  <a:sym typeface="Arial Narrow"/>
              </a:rPr>
              <a:t>Claim settlement timeframe reduced from  an average of 10 days to few minutes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tabLst/>
              <a:defRPr/>
            </a:pPr>
            <a:endParaRPr kumimoji="0" lang="en-US" sz="18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 Narrow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Arial Narrow" charset="0"/>
                <a:cs typeface="Arial" panose="020B0604020202020204" pitchFamily="34" charset="0"/>
                <a:sym typeface="Arial Narrow"/>
              </a:rPr>
              <a:t>Instant verification of policy and claims intake in Guidewire Insurance Suite</a:t>
            </a:r>
          </a:p>
          <a:p>
            <a:pPr marL="182563" marR="0" lvl="0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▪"/>
              <a:tabLst/>
              <a:defRPr/>
            </a:pPr>
            <a:endParaRPr kumimoji="0" sz="16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Arial Narrow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24" name="Shape 497"/>
          <p:cNvPicPr preferRelativeResize="0"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5071" y="439222"/>
            <a:ext cx="534308" cy="534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Shape 47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08521" y="-71064"/>
            <a:ext cx="1086601" cy="108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BC871BA-9F10-4CEA-AF5D-0B580F4E43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5705" y="1466765"/>
            <a:ext cx="2531232" cy="45000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CBEDFD-97FC-4842-8D43-7976FD1DBABB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25530" y="3709007"/>
            <a:ext cx="343220" cy="325999"/>
          </a:xfrm>
          <a:prstGeom prst="flowChartConnector">
            <a:avLst/>
          </a:prstGeom>
          <a:noFill/>
          <a:ln>
            <a:noFill/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FF7167E-9C36-4D35-B1C1-C58EA858D67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75750" y="6134869"/>
            <a:ext cx="343220" cy="325999"/>
          </a:xfrm>
          <a:prstGeom prst="flowChartConnector">
            <a:avLst/>
          </a:prstGeom>
          <a:noFill/>
          <a:ln>
            <a:noFill/>
          </a:ln>
        </p:spPr>
      </p:pic>
      <p:sp>
        <p:nvSpPr>
          <p:cNvPr id="29" name="Title 3">
            <a:extLst>
              <a:ext uri="{FF2B5EF4-FFF2-40B4-BE49-F238E27FC236}">
                <a16:creationId xmlns:a16="http://schemas.microsoft.com/office/drawing/2014/main" id="{524CB2EA-AEAB-429A-B7F8-6CFC1795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7932" y="11969"/>
            <a:ext cx="7371471" cy="609599"/>
          </a:xfrm>
        </p:spPr>
        <p:txBody>
          <a:bodyPr>
            <a:normAutofit fontScale="90000"/>
          </a:bodyPr>
          <a:lstStyle/>
          <a:p>
            <a:r>
              <a:rPr lang="en-US" i="1" dirty="0">
                <a:solidFill>
                  <a:schemeClr val="bg2"/>
                </a:solidFill>
              </a:rPr>
              <a:t>Developed using Guidewire Digital Portal</a:t>
            </a:r>
          </a:p>
        </p:txBody>
      </p:sp>
    </p:spTree>
    <p:extLst>
      <p:ext uri="{BB962C8B-B14F-4D97-AF65-F5344CB8AC3E}">
        <p14:creationId xmlns:p14="http://schemas.microsoft.com/office/powerpoint/2010/main" val="409425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0608C8D36F634AAF719077DBABF93C" ma:contentTypeVersion="34" ma:contentTypeDescription="Create a new document." ma:contentTypeScope="" ma:versionID="2559184060766fb714bc4c9a643c6c65">
  <xsd:schema xmlns:xsd="http://www.w3.org/2001/XMLSchema" xmlns:xs="http://www.w3.org/2001/XMLSchema" xmlns:p="http://schemas.microsoft.com/office/2006/metadata/properties" xmlns:ns1="http://schemas.microsoft.com/sharepoint/v3" xmlns:ns2="fe1be66e-528a-4f07-8a62-e810e4015989" xmlns:ns3="8c85c1d2-ff8c-4684-85d1-d741f21e304c" targetNamespace="http://schemas.microsoft.com/office/2006/metadata/properties" ma:root="true" ma:fieldsID="d9d2232ea8be4d2dd2c04aac4b6f876d" ns1:_="" ns2:_="" ns3:_="">
    <xsd:import namespace="http://schemas.microsoft.com/sharepoint/v3"/>
    <xsd:import namespace="fe1be66e-528a-4f07-8a62-e810e4015989"/>
    <xsd:import namespace="8c85c1d2-ff8c-4684-85d1-d741f21e304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1:_ip_UnifiedCompliancePolicyProperties" minOccurs="0"/>
                <xsd:element ref="ns1:_ip_UnifiedCompliancePolicyUIActio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DateModified" minOccurs="0"/>
                <xsd:element ref="ns3:DateandTime" minOccurs="0"/>
                <xsd:element ref="ns3:MediaServiceObjectDetectorVersions" minOccurs="0"/>
                <xsd:element ref="ns3:Person" minOccurs="0"/>
                <xsd:element ref="ns3:MediaServiceSearchProperties" minOccurs="0"/>
                <xsd:element ref="ns3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1be66e-528a-4f07-8a62-e810e401598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30deb325-3506-4e1a-9510-4df32c8d56ee}" ma:internalName="TaxCatchAll" ma:showField="CatchAllData" ma:web="fe1be66e-528a-4f07-8a62-e810e40159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85c1d2-ff8c-4684-85d1-d741f21e30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ceb2da71-f184-4254-8e62-0576d24e8d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ateModified" ma:index="26" nillable="true" ma:displayName="Date Modified" ma:default="[today]" ma:format="DateOnly" ma:internalName="DateModified">
      <xsd:simpleType>
        <xsd:restriction base="dms:DateTime"/>
      </xsd:simpleType>
    </xsd:element>
    <xsd:element name="DateandTime" ma:index="27" nillable="true" ma:displayName="Date and Time" ma:format="DateOnly" ma:internalName="DateandTime">
      <xsd:simpleType>
        <xsd:restriction base="dms:DateTime"/>
      </xsd:simpleType>
    </xsd:element>
    <xsd:element name="MediaServiceObjectDetectorVersions" ma:index="2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erson" ma:index="29" nillable="true" ma:displayName="Person" ma:format="Dropdown" ma:list="UserInfo" ma:SharePointGroup="0" ma:internalName="Person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31" nillable="true" ma:displayName="Sign-off status" ma:internalName="_x0024_Resources_x003a_core_x002c_Signoff_Status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8c85c1d2-ff8c-4684-85d1-d741f21e304c">
      <Terms xmlns="http://schemas.microsoft.com/office/infopath/2007/PartnerControls"/>
    </lcf76f155ced4ddcb4097134ff3c332f>
    <DateModified xmlns="8c85c1d2-ff8c-4684-85d1-d741f21e304c">2024-01-02T21:54:21+00:00</DateModified>
    <TaxCatchAll xmlns="fe1be66e-528a-4f07-8a62-e810e4015989" xsi:nil="true"/>
    <_ip_UnifiedCompliancePolicyProperties xmlns="http://schemas.microsoft.com/sharepoint/v3" xsi:nil="true"/>
    <DateandTime xmlns="8c85c1d2-ff8c-4684-85d1-d741f21e304c" xsi:nil="true"/>
    <Person xmlns="8c85c1d2-ff8c-4684-85d1-d741f21e304c">
      <UserInfo>
        <DisplayName/>
        <AccountId xsi:nil="true"/>
        <AccountType/>
      </UserInfo>
    </Person>
    <_Flow_SignoffStatus xmlns="8c85c1d2-ff8c-4684-85d1-d741f21e304c" xsi:nil="true"/>
  </documentManagement>
</p:properties>
</file>

<file path=customXml/itemProps1.xml><?xml version="1.0" encoding="utf-8"?>
<ds:datastoreItem xmlns:ds="http://schemas.openxmlformats.org/officeDocument/2006/customXml" ds:itemID="{FBCE6024-6993-4380-9028-714625FD4CC4}"/>
</file>

<file path=customXml/itemProps2.xml><?xml version="1.0" encoding="utf-8"?>
<ds:datastoreItem xmlns:ds="http://schemas.openxmlformats.org/officeDocument/2006/customXml" ds:itemID="{F30C5A0F-3B9A-4A31-95A8-EB714DE2C53D}"/>
</file>

<file path=customXml/itemProps3.xml><?xml version="1.0" encoding="utf-8"?>
<ds:datastoreItem xmlns:ds="http://schemas.openxmlformats.org/officeDocument/2006/customXml" ds:itemID="{560EB12F-CBD3-4BE7-B33A-576DA0645419}"/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148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Noto Sans Symbols</vt:lpstr>
      <vt:lpstr>Nunito Sans</vt:lpstr>
      <vt:lpstr>Office Theme</vt:lpstr>
      <vt:lpstr>PowerPoint Presentation</vt:lpstr>
      <vt:lpstr>Developed using Guidewire Digital Portal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Shyam Radhakrishnan</dc:creator>
  <cp:lastModifiedBy>Shyam Radhakrishnan</cp:lastModifiedBy>
  <cp:revision>2</cp:revision>
  <dcterms:created xsi:type="dcterms:W3CDTF">2020-01-10T09:22:04Z</dcterms:created>
  <dcterms:modified xsi:type="dcterms:W3CDTF">2020-01-10T11:25:45Z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0x0101005B0608C8D36F634AAF719077DBABF93C</vt:lpwstr>
  </property>
</Properties>
</file>