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37" r:id="rId5"/>
    <p:sldId id="2076137209" r:id="rId6"/>
    <p:sldId id="2076137425" r:id="rId7"/>
    <p:sldId id="2076137424" r:id="rId8"/>
    <p:sldId id="2076137429" r:id="rId9"/>
    <p:sldId id="2076137427" r:id="rId10"/>
    <p:sldId id="2076137428" r:id="rId11"/>
    <p:sldId id="270" r:id="rId12"/>
  </p:sldIdLst>
  <p:sldSz cx="12192000" cy="6858000"/>
  <p:notesSz cx="6858000" cy="1019175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Heavy" panose="020B060402020202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152B15-14D2-8ED3-40B3-5875D3818154}" name="D Sankaranarayanan" initials="DS" userId="S::57779@hexaware.com::e89d2199-4fba-483c-879d-b350f8d084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tesh Amritkar" initials="JA" lastIdx="5" clrIdx="0">
    <p:extLst>
      <p:ext uri="{19B8F6BF-5375-455C-9EA6-DF929625EA0E}">
        <p15:presenceInfo xmlns:p15="http://schemas.microsoft.com/office/powerpoint/2012/main" userId="S::46831@hexaware.com::962c9abb-5b91-4dfc-b858-a24d9e93b67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30045"/>
    <a:srgbClr val="005AAB"/>
    <a:srgbClr val="0D4DFF"/>
    <a:srgbClr val="00692C"/>
    <a:srgbClr val="526370"/>
    <a:srgbClr val="EB2A2E"/>
    <a:srgbClr val="8D98A0"/>
    <a:srgbClr val="89949D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524" autoAdjust="0"/>
  </p:normalViewPr>
  <p:slideViewPr>
    <p:cSldViewPr snapToGrid="0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8B93DE-0B27-4517-B4C7-CF624135361C}" type="doc">
      <dgm:prSet loTypeId="urn:microsoft.com/office/officeart/2011/layout/CircleProcess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9F7124-EB3E-4BF5-9B93-18634129BFB0}">
      <dgm:prSet phldrT="[Text]"/>
      <dgm:spPr/>
      <dgm:t>
        <a:bodyPr/>
        <a:lstStyle/>
        <a:p>
          <a:r>
            <a:rPr lang="en-GB" dirty="0"/>
            <a:t>Framework Design</a:t>
          </a:r>
        </a:p>
      </dgm:t>
    </dgm:pt>
    <dgm:pt modelId="{1CFC18B0-5C9D-4B7B-AF5D-25EAFCA5261A}" type="parTrans" cxnId="{899BA5A4-98C0-4751-99F8-0C5145B8EFFC}">
      <dgm:prSet/>
      <dgm:spPr/>
      <dgm:t>
        <a:bodyPr/>
        <a:lstStyle/>
        <a:p>
          <a:endParaRPr lang="en-GB"/>
        </a:p>
      </dgm:t>
    </dgm:pt>
    <dgm:pt modelId="{9906B3D5-C291-4A99-8D8D-212E066F9261}" type="sibTrans" cxnId="{899BA5A4-98C0-4751-99F8-0C5145B8EFFC}">
      <dgm:prSet/>
      <dgm:spPr/>
      <dgm:t>
        <a:bodyPr/>
        <a:lstStyle/>
        <a:p>
          <a:endParaRPr lang="en-GB"/>
        </a:p>
      </dgm:t>
    </dgm:pt>
    <dgm:pt modelId="{4B18DE07-BCC2-42B0-8545-9094208610BD}">
      <dgm:prSet phldrT="[Text]"/>
      <dgm:spPr/>
      <dgm:t>
        <a:bodyPr/>
        <a:lstStyle/>
        <a:p>
          <a:r>
            <a:rPr lang="en-GB" dirty="0"/>
            <a:t>Create a detailed CI/CD solution design including DevSecOps principles</a:t>
          </a:r>
        </a:p>
      </dgm:t>
    </dgm:pt>
    <dgm:pt modelId="{2B59B2D6-5790-4BF0-83C1-161A67740B4E}" type="parTrans" cxnId="{60EA4C72-55F8-461F-BF7B-703420B23E0B}">
      <dgm:prSet/>
      <dgm:spPr/>
      <dgm:t>
        <a:bodyPr/>
        <a:lstStyle/>
        <a:p>
          <a:endParaRPr lang="en-GB"/>
        </a:p>
      </dgm:t>
    </dgm:pt>
    <dgm:pt modelId="{9382EA0E-ECD6-4155-87F1-780F0F2DA5CF}" type="sibTrans" cxnId="{60EA4C72-55F8-461F-BF7B-703420B23E0B}">
      <dgm:prSet/>
      <dgm:spPr/>
      <dgm:t>
        <a:bodyPr/>
        <a:lstStyle/>
        <a:p>
          <a:endParaRPr lang="en-GB"/>
        </a:p>
      </dgm:t>
    </dgm:pt>
    <dgm:pt modelId="{985CF19B-ADD6-4B5E-89F6-05330D347557}">
      <dgm:prSet phldrT="[Text]"/>
      <dgm:spPr/>
      <dgm:t>
        <a:bodyPr/>
        <a:lstStyle/>
        <a:p>
          <a:r>
            <a:rPr lang="en-GB" dirty="0"/>
            <a:t>Framework setup</a:t>
          </a:r>
        </a:p>
      </dgm:t>
    </dgm:pt>
    <dgm:pt modelId="{DEA5D8DB-440C-44AE-B551-A2DC7E8BAF4E}" type="parTrans" cxnId="{87F45F61-7FD6-4F61-A349-76E10CACDA55}">
      <dgm:prSet/>
      <dgm:spPr/>
      <dgm:t>
        <a:bodyPr/>
        <a:lstStyle/>
        <a:p>
          <a:endParaRPr lang="en-GB"/>
        </a:p>
      </dgm:t>
    </dgm:pt>
    <dgm:pt modelId="{8CB353CC-817F-4C2E-B2BC-A60CD6ACBA23}" type="sibTrans" cxnId="{87F45F61-7FD6-4F61-A349-76E10CACDA55}">
      <dgm:prSet/>
      <dgm:spPr/>
      <dgm:t>
        <a:bodyPr/>
        <a:lstStyle/>
        <a:p>
          <a:endParaRPr lang="en-GB"/>
        </a:p>
      </dgm:t>
    </dgm:pt>
    <dgm:pt modelId="{0142E301-1373-453B-AFFC-DBE92016F2BA}">
      <dgm:prSet phldrT="[Text]"/>
      <dgm:spPr/>
      <dgm:t>
        <a:bodyPr/>
        <a:lstStyle/>
        <a:p>
          <a:r>
            <a:rPr lang="en-GB" dirty="0"/>
            <a:t>Create Technology specific templates based on the design </a:t>
          </a:r>
        </a:p>
      </dgm:t>
    </dgm:pt>
    <dgm:pt modelId="{55BD1EA8-336F-4EDD-936E-ADBA733B12DA}" type="parTrans" cxnId="{8BAA7AB1-CC67-4362-BF4D-9928F22B1699}">
      <dgm:prSet/>
      <dgm:spPr/>
      <dgm:t>
        <a:bodyPr/>
        <a:lstStyle/>
        <a:p>
          <a:endParaRPr lang="en-GB"/>
        </a:p>
      </dgm:t>
    </dgm:pt>
    <dgm:pt modelId="{732646DF-86F6-417E-A9E7-0ADCD715A466}" type="sibTrans" cxnId="{8BAA7AB1-CC67-4362-BF4D-9928F22B1699}">
      <dgm:prSet/>
      <dgm:spPr/>
      <dgm:t>
        <a:bodyPr/>
        <a:lstStyle/>
        <a:p>
          <a:endParaRPr lang="en-GB"/>
        </a:p>
      </dgm:t>
    </dgm:pt>
    <dgm:pt modelId="{5A21DABC-362D-4E1F-95E5-85FC4B258509}">
      <dgm:prSet phldrT="[Text]"/>
      <dgm:spPr/>
      <dgm:t>
        <a:bodyPr/>
        <a:lstStyle/>
        <a:p>
          <a:r>
            <a:rPr lang="en-GB" dirty="0"/>
            <a:t>Onboarding</a:t>
          </a:r>
        </a:p>
      </dgm:t>
    </dgm:pt>
    <dgm:pt modelId="{A55659BF-383E-46B6-B23E-AFECE274FC5B}" type="parTrans" cxnId="{D5442B4F-9E05-4430-96E8-021835D7FC4A}">
      <dgm:prSet/>
      <dgm:spPr/>
      <dgm:t>
        <a:bodyPr/>
        <a:lstStyle/>
        <a:p>
          <a:endParaRPr lang="en-GB"/>
        </a:p>
      </dgm:t>
    </dgm:pt>
    <dgm:pt modelId="{4191C862-BE79-4333-8E90-4E71E842EB69}" type="sibTrans" cxnId="{D5442B4F-9E05-4430-96E8-021835D7FC4A}">
      <dgm:prSet/>
      <dgm:spPr/>
      <dgm:t>
        <a:bodyPr/>
        <a:lstStyle/>
        <a:p>
          <a:endParaRPr lang="en-GB"/>
        </a:p>
      </dgm:t>
    </dgm:pt>
    <dgm:pt modelId="{FA4F3226-839F-41F1-8B8B-595C170624E3}">
      <dgm:prSet phldrT="[Text]"/>
      <dgm:spPr/>
      <dgm:t>
        <a:bodyPr/>
        <a:lstStyle/>
        <a:p>
          <a:r>
            <a:rPr lang="en-GB" dirty="0"/>
            <a:t>Onboarding the Applications /platforms to the new DevSecOps Pipeline framework </a:t>
          </a:r>
        </a:p>
      </dgm:t>
    </dgm:pt>
    <dgm:pt modelId="{50353E1D-B379-4A48-BC05-6F6455016B23}" type="parTrans" cxnId="{8AEEA736-D6CE-4C0F-A92C-C46660C7A5B7}">
      <dgm:prSet/>
      <dgm:spPr/>
      <dgm:t>
        <a:bodyPr/>
        <a:lstStyle/>
        <a:p>
          <a:endParaRPr lang="en-GB"/>
        </a:p>
      </dgm:t>
    </dgm:pt>
    <dgm:pt modelId="{835A8581-7B95-411E-B272-7A7E1F73FE59}" type="sibTrans" cxnId="{8AEEA736-D6CE-4C0F-A92C-C46660C7A5B7}">
      <dgm:prSet/>
      <dgm:spPr/>
      <dgm:t>
        <a:bodyPr/>
        <a:lstStyle/>
        <a:p>
          <a:endParaRPr lang="en-GB"/>
        </a:p>
      </dgm:t>
    </dgm:pt>
    <dgm:pt modelId="{905A108F-0AF3-4FB3-A772-161AFAEC3CAB}">
      <dgm:prSet phldrT="[Text]"/>
      <dgm:spPr/>
      <dgm:t>
        <a:bodyPr/>
        <a:lstStyle/>
        <a:p>
          <a:r>
            <a:rPr lang="en-GB" dirty="0"/>
            <a:t>Review application roadmap and add Cloud readiness strategies with the solution </a:t>
          </a:r>
        </a:p>
      </dgm:t>
    </dgm:pt>
    <dgm:pt modelId="{FC2A131D-A407-4246-AB64-15E65777347F}" type="parTrans" cxnId="{77FA30A0-94C0-445B-99D0-B303B6F01963}">
      <dgm:prSet/>
      <dgm:spPr/>
      <dgm:t>
        <a:bodyPr/>
        <a:lstStyle/>
        <a:p>
          <a:endParaRPr lang="en-GB"/>
        </a:p>
      </dgm:t>
    </dgm:pt>
    <dgm:pt modelId="{4535AABE-86A0-4B3E-B59A-3D7D77EDB162}" type="sibTrans" cxnId="{77FA30A0-94C0-445B-99D0-B303B6F01963}">
      <dgm:prSet/>
      <dgm:spPr/>
      <dgm:t>
        <a:bodyPr/>
        <a:lstStyle/>
        <a:p>
          <a:endParaRPr lang="en-GB"/>
        </a:p>
      </dgm:t>
    </dgm:pt>
    <dgm:pt modelId="{90A00F94-FC2A-4F43-A37D-AA913C4B1885}">
      <dgm:prSet phldrT="[Text]"/>
      <dgm:spPr/>
      <dgm:t>
        <a:bodyPr/>
        <a:lstStyle/>
        <a:p>
          <a:r>
            <a:rPr lang="en-GB" dirty="0"/>
            <a:t>Test and validate all use cases and scenarios </a:t>
          </a:r>
        </a:p>
      </dgm:t>
    </dgm:pt>
    <dgm:pt modelId="{01F628D6-EFAE-4758-A5E1-767F02EA67AE}" type="parTrans" cxnId="{64235058-B69B-4BFD-9553-C29611BAF470}">
      <dgm:prSet/>
      <dgm:spPr/>
      <dgm:t>
        <a:bodyPr/>
        <a:lstStyle/>
        <a:p>
          <a:endParaRPr lang="en-GB"/>
        </a:p>
      </dgm:t>
    </dgm:pt>
    <dgm:pt modelId="{F699E9D7-4264-4ABD-A011-1C1246511EBD}" type="sibTrans" cxnId="{64235058-B69B-4BFD-9553-C29611BAF470}">
      <dgm:prSet/>
      <dgm:spPr/>
      <dgm:t>
        <a:bodyPr/>
        <a:lstStyle/>
        <a:p>
          <a:endParaRPr lang="en-GB"/>
        </a:p>
      </dgm:t>
    </dgm:pt>
    <dgm:pt modelId="{EC6AC102-DCEF-434D-8570-C21470935F58}">
      <dgm:prSet phldrT="[Text]"/>
      <dgm:spPr/>
      <dgm:t>
        <a:bodyPr/>
        <a:lstStyle/>
        <a:p>
          <a:r>
            <a:rPr lang="en-GB" dirty="0"/>
            <a:t>Implement QA and staging and release management requirements </a:t>
          </a:r>
        </a:p>
      </dgm:t>
    </dgm:pt>
    <dgm:pt modelId="{2EC2E313-95CD-4C2C-B216-9716AF09E36B}" type="parTrans" cxnId="{28E69FDD-68F7-42C1-B3AE-28B77ABD8D16}">
      <dgm:prSet/>
      <dgm:spPr/>
      <dgm:t>
        <a:bodyPr/>
        <a:lstStyle/>
        <a:p>
          <a:endParaRPr lang="en-GB"/>
        </a:p>
      </dgm:t>
    </dgm:pt>
    <dgm:pt modelId="{60262D3C-0CCF-4A5C-BEE3-3C8D33D290A8}" type="sibTrans" cxnId="{28E69FDD-68F7-42C1-B3AE-28B77ABD8D16}">
      <dgm:prSet/>
      <dgm:spPr/>
      <dgm:t>
        <a:bodyPr/>
        <a:lstStyle/>
        <a:p>
          <a:endParaRPr lang="en-GB"/>
        </a:p>
      </dgm:t>
    </dgm:pt>
    <dgm:pt modelId="{E013F825-C902-4979-945F-6C5108A80702}">
      <dgm:prSet phldrT="[Text]"/>
      <dgm:spPr/>
      <dgm:t>
        <a:bodyPr/>
        <a:lstStyle/>
        <a:p>
          <a:r>
            <a:rPr lang="en-GB" dirty="0"/>
            <a:t>Define and agree on release management strategies</a:t>
          </a:r>
        </a:p>
      </dgm:t>
    </dgm:pt>
    <dgm:pt modelId="{28C619AC-8E60-4E06-BF47-9176BFF5D3E8}" type="parTrans" cxnId="{A6227CE0-DBB5-4ED2-9F20-6AF614C48259}">
      <dgm:prSet/>
      <dgm:spPr/>
      <dgm:t>
        <a:bodyPr/>
        <a:lstStyle/>
        <a:p>
          <a:endParaRPr lang="en-GB"/>
        </a:p>
      </dgm:t>
    </dgm:pt>
    <dgm:pt modelId="{B1D74D44-2C83-464B-82BE-CDE1ADFA2564}" type="sibTrans" cxnId="{A6227CE0-DBB5-4ED2-9F20-6AF614C48259}">
      <dgm:prSet/>
      <dgm:spPr/>
      <dgm:t>
        <a:bodyPr/>
        <a:lstStyle/>
        <a:p>
          <a:endParaRPr lang="en-GB"/>
        </a:p>
      </dgm:t>
    </dgm:pt>
    <dgm:pt modelId="{8E08DCF7-1BC2-47F3-A585-CF69BF7C75C0}">
      <dgm:prSet phldrT="[Text]"/>
      <dgm:spPr/>
      <dgm:t>
        <a:bodyPr/>
        <a:lstStyle/>
        <a:p>
          <a:r>
            <a:rPr lang="en-GB" dirty="0"/>
            <a:t>Deployment testing and end to end validation</a:t>
          </a:r>
        </a:p>
      </dgm:t>
    </dgm:pt>
    <dgm:pt modelId="{12A50EB5-4DF4-43F8-80EC-8F65B7B088D3}" type="parTrans" cxnId="{11A30644-BFE0-42B1-A815-1CE95B7C3E48}">
      <dgm:prSet/>
      <dgm:spPr/>
      <dgm:t>
        <a:bodyPr/>
        <a:lstStyle/>
        <a:p>
          <a:endParaRPr lang="en-GB"/>
        </a:p>
      </dgm:t>
    </dgm:pt>
    <dgm:pt modelId="{5F51AF23-594E-40D7-9DBE-3A8822659819}" type="sibTrans" cxnId="{11A30644-BFE0-42B1-A815-1CE95B7C3E48}">
      <dgm:prSet/>
      <dgm:spPr/>
      <dgm:t>
        <a:bodyPr/>
        <a:lstStyle/>
        <a:p>
          <a:endParaRPr lang="en-GB"/>
        </a:p>
      </dgm:t>
    </dgm:pt>
    <dgm:pt modelId="{EAC19898-79BE-4E19-8CDC-22D1D8FD1B0B}">
      <dgm:prSet phldrT="[Text]"/>
      <dgm:spPr/>
      <dgm:t>
        <a:bodyPr/>
        <a:lstStyle/>
        <a:p>
          <a:r>
            <a:rPr lang="en-GB" dirty="0"/>
            <a:t>Coaching Application teams and handover of CI/CD actions </a:t>
          </a:r>
        </a:p>
      </dgm:t>
    </dgm:pt>
    <dgm:pt modelId="{2C8FDC71-2D83-487E-85B2-1BB7BB04B3DB}" type="parTrans" cxnId="{8374729B-71EC-45B2-A39B-56F8AA310695}">
      <dgm:prSet/>
      <dgm:spPr/>
      <dgm:t>
        <a:bodyPr/>
        <a:lstStyle/>
        <a:p>
          <a:endParaRPr lang="en-GB"/>
        </a:p>
      </dgm:t>
    </dgm:pt>
    <dgm:pt modelId="{509E6BAF-70A5-41C7-8B77-9005D7061877}" type="sibTrans" cxnId="{8374729B-71EC-45B2-A39B-56F8AA310695}">
      <dgm:prSet/>
      <dgm:spPr/>
      <dgm:t>
        <a:bodyPr/>
        <a:lstStyle/>
        <a:p>
          <a:endParaRPr lang="en-GB"/>
        </a:p>
      </dgm:t>
    </dgm:pt>
    <dgm:pt modelId="{82077FA4-42F3-4139-9438-CDED52B9AB13}">
      <dgm:prSet phldrT="[Text]"/>
      <dgm:spPr/>
      <dgm:t>
        <a:bodyPr/>
        <a:lstStyle/>
        <a:p>
          <a:endParaRPr lang="en-GB" dirty="0"/>
        </a:p>
      </dgm:t>
    </dgm:pt>
    <dgm:pt modelId="{19D411A4-8044-47E7-A715-9105427820FB}" type="parTrans" cxnId="{0D2B3404-7D76-4A39-8531-3DA7D2F0C0F2}">
      <dgm:prSet/>
      <dgm:spPr/>
      <dgm:t>
        <a:bodyPr/>
        <a:lstStyle/>
        <a:p>
          <a:endParaRPr lang="en-GB"/>
        </a:p>
      </dgm:t>
    </dgm:pt>
    <dgm:pt modelId="{8F96049B-03ED-4F7A-8507-928148BF7658}" type="sibTrans" cxnId="{0D2B3404-7D76-4A39-8531-3DA7D2F0C0F2}">
      <dgm:prSet/>
      <dgm:spPr/>
      <dgm:t>
        <a:bodyPr/>
        <a:lstStyle/>
        <a:p>
          <a:endParaRPr lang="en-GB"/>
        </a:p>
      </dgm:t>
    </dgm:pt>
    <dgm:pt modelId="{FF539CF9-209F-4C2B-B646-AC0B8617400A}">
      <dgm:prSet phldrT="[Text]"/>
      <dgm:spPr/>
      <dgm:t>
        <a:bodyPr/>
        <a:lstStyle/>
        <a:p>
          <a:endParaRPr lang="en-GB" dirty="0"/>
        </a:p>
      </dgm:t>
    </dgm:pt>
    <dgm:pt modelId="{D18F594F-80C0-4994-BD88-95E30F519147}" type="parTrans" cxnId="{B8DAD225-F47E-4E51-B8F8-D1B5DE28C8A8}">
      <dgm:prSet/>
      <dgm:spPr/>
      <dgm:t>
        <a:bodyPr/>
        <a:lstStyle/>
        <a:p>
          <a:endParaRPr lang="en-GB"/>
        </a:p>
      </dgm:t>
    </dgm:pt>
    <dgm:pt modelId="{FF8BC6AE-19FC-4D5B-8441-AF6B903A52A8}" type="sibTrans" cxnId="{B8DAD225-F47E-4E51-B8F8-D1B5DE28C8A8}">
      <dgm:prSet/>
      <dgm:spPr/>
      <dgm:t>
        <a:bodyPr/>
        <a:lstStyle/>
        <a:p>
          <a:endParaRPr lang="en-GB"/>
        </a:p>
      </dgm:t>
    </dgm:pt>
    <dgm:pt modelId="{ED536F3B-2A8A-484B-8E79-5A1E4229A0FA}">
      <dgm:prSet phldrT="[Text]"/>
      <dgm:spPr/>
      <dgm:t>
        <a:bodyPr/>
        <a:lstStyle/>
        <a:p>
          <a:endParaRPr lang="en-GB" dirty="0"/>
        </a:p>
      </dgm:t>
    </dgm:pt>
    <dgm:pt modelId="{FCCE64ED-C56B-4703-ABAF-364D0F87ED27}" type="parTrans" cxnId="{75372487-A62A-4551-AAF3-33BD96C362EA}">
      <dgm:prSet/>
      <dgm:spPr/>
      <dgm:t>
        <a:bodyPr/>
        <a:lstStyle/>
        <a:p>
          <a:endParaRPr lang="en-GB"/>
        </a:p>
      </dgm:t>
    </dgm:pt>
    <dgm:pt modelId="{548B8818-C39E-48D9-8067-1E7581E82DE1}" type="sibTrans" cxnId="{75372487-A62A-4551-AAF3-33BD96C362EA}">
      <dgm:prSet/>
      <dgm:spPr/>
      <dgm:t>
        <a:bodyPr/>
        <a:lstStyle/>
        <a:p>
          <a:endParaRPr lang="en-GB"/>
        </a:p>
      </dgm:t>
    </dgm:pt>
    <dgm:pt modelId="{34A4ADFD-A8E4-4DF7-9215-8CA3CAC38DD6}">
      <dgm:prSet phldrT="[Text]"/>
      <dgm:spPr/>
      <dgm:t>
        <a:bodyPr/>
        <a:lstStyle/>
        <a:p>
          <a:endParaRPr lang="en-GB" dirty="0"/>
        </a:p>
      </dgm:t>
    </dgm:pt>
    <dgm:pt modelId="{C885E83F-4F52-4807-910F-EECB986D1C79}" type="parTrans" cxnId="{FD295885-C29D-4640-9118-B025953E73A8}">
      <dgm:prSet/>
      <dgm:spPr/>
      <dgm:t>
        <a:bodyPr/>
        <a:lstStyle/>
        <a:p>
          <a:endParaRPr lang="en-GB"/>
        </a:p>
      </dgm:t>
    </dgm:pt>
    <dgm:pt modelId="{AC940E41-977D-46D8-B933-8FC50CF75D2C}" type="sibTrans" cxnId="{FD295885-C29D-4640-9118-B025953E73A8}">
      <dgm:prSet/>
      <dgm:spPr/>
      <dgm:t>
        <a:bodyPr/>
        <a:lstStyle/>
        <a:p>
          <a:endParaRPr lang="en-GB"/>
        </a:p>
      </dgm:t>
    </dgm:pt>
    <dgm:pt modelId="{746808F8-6ACB-4946-88C9-77EF5676EC38}">
      <dgm:prSet phldrT="[Text]"/>
      <dgm:spPr/>
      <dgm:t>
        <a:bodyPr/>
        <a:lstStyle/>
        <a:p>
          <a:endParaRPr lang="en-GB" dirty="0"/>
        </a:p>
      </dgm:t>
    </dgm:pt>
    <dgm:pt modelId="{BE7FCAF1-742E-4F77-8D87-34613816F912}" type="parTrans" cxnId="{2A1F477F-041F-4D40-959C-EA14C7615DA1}">
      <dgm:prSet/>
      <dgm:spPr/>
      <dgm:t>
        <a:bodyPr/>
        <a:lstStyle/>
        <a:p>
          <a:endParaRPr lang="en-GB"/>
        </a:p>
      </dgm:t>
    </dgm:pt>
    <dgm:pt modelId="{DCB93970-A1E9-44BC-972E-3450EA2F48E4}" type="sibTrans" cxnId="{2A1F477F-041F-4D40-959C-EA14C7615DA1}">
      <dgm:prSet/>
      <dgm:spPr/>
      <dgm:t>
        <a:bodyPr/>
        <a:lstStyle/>
        <a:p>
          <a:endParaRPr lang="en-GB"/>
        </a:p>
      </dgm:t>
    </dgm:pt>
    <dgm:pt modelId="{A566B42F-10B8-440D-97DA-E1B8AF347410}">
      <dgm:prSet phldrT="[Text]"/>
      <dgm:spPr/>
      <dgm:t>
        <a:bodyPr/>
        <a:lstStyle/>
        <a:p>
          <a:endParaRPr lang="en-GB" dirty="0"/>
        </a:p>
      </dgm:t>
    </dgm:pt>
    <dgm:pt modelId="{2E848622-6250-4FCB-99F1-619CFB888620}" type="parTrans" cxnId="{3AB4B556-63C3-4758-A223-7DB59D718626}">
      <dgm:prSet/>
      <dgm:spPr/>
      <dgm:t>
        <a:bodyPr/>
        <a:lstStyle/>
        <a:p>
          <a:endParaRPr lang="en-GB"/>
        </a:p>
      </dgm:t>
    </dgm:pt>
    <dgm:pt modelId="{32C58A52-A65D-4A3B-BFF9-63989B9B971D}" type="sibTrans" cxnId="{3AB4B556-63C3-4758-A223-7DB59D718626}">
      <dgm:prSet/>
      <dgm:spPr/>
      <dgm:t>
        <a:bodyPr/>
        <a:lstStyle/>
        <a:p>
          <a:endParaRPr lang="en-GB"/>
        </a:p>
      </dgm:t>
    </dgm:pt>
    <dgm:pt modelId="{AC2D79F8-EA10-45CD-B2F7-DFA49474E414}" type="pres">
      <dgm:prSet presAssocID="{8E8B93DE-0B27-4517-B4C7-CF624135361C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B1C0E94-F8AF-42A9-B8AD-3E09E9380BE5}" type="pres">
      <dgm:prSet presAssocID="{5A21DABC-362D-4E1F-95E5-85FC4B258509}" presName="Accent3" presStyleCnt="0"/>
      <dgm:spPr/>
    </dgm:pt>
    <dgm:pt modelId="{FC0FA631-98C9-4D76-9CE5-842C43905105}" type="pres">
      <dgm:prSet presAssocID="{5A21DABC-362D-4E1F-95E5-85FC4B258509}" presName="Accent" presStyleLbl="node1" presStyleIdx="0" presStyleCnt="3"/>
      <dgm:spPr/>
    </dgm:pt>
    <dgm:pt modelId="{2D8C9290-2502-46D7-B0B1-5AD6E1012AAB}" type="pres">
      <dgm:prSet presAssocID="{5A21DABC-362D-4E1F-95E5-85FC4B258509}" presName="ParentBackground3" presStyleCnt="0"/>
      <dgm:spPr/>
    </dgm:pt>
    <dgm:pt modelId="{230B8F49-2FED-48BF-9C9B-59B5C2EFFBAD}" type="pres">
      <dgm:prSet presAssocID="{5A21DABC-362D-4E1F-95E5-85FC4B258509}" presName="ParentBackground" presStyleLbl="fgAcc1" presStyleIdx="0" presStyleCnt="3"/>
      <dgm:spPr/>
    </dgm:pt>
    <dgm:pt modelId="{8F439A06-E8DD-434B-B97A-81FBC682CF40}" type="pres">
      <dgm:prSet presAssocID="{5A21DABC-362D-4E1F-95E5-85FC4B258509}" presName="Child3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51436BF-2687-4ED9-946A-75AE8B6AE525}" type="pres">
      <dgm:prSet presAssocID="{5A21DABC-362D-4E1F-95E5-85FC4B258509}" presName="Parent3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67F3B261-4804-4251-BBE9-082B740B98CE}" type="pres">
      <dgm:prSet presAssocID="{985CF19B-ADD6-4B5E-89F6-05330D347557}" presName="Accent2" presStyleCnt="0"/>
      <dgm:spPr/>
    </dgm:pt>
    <dgm:pt modelId="{8BB9B5D7-B28E-459B-BB7F-FEC9C1DED82F}" type="pres">
      <dgm:prSet presAssocID="{985CF19B-ADD6-4B5E-89F6-05330D347557}" presName="Accent" presStyleLbl="node1" presStyleIdx="1" presStyleCnt="3"/>
      <dgm:spPr/>
    </dgm:pt>
    <dgm:pt modelId="{661029F1-51F8-4507-99D7-666856BFA731}" type="pres">
      <dgm:prSet presAssocID="{985CF19B-ADD6-4B5E-89F6-05330D347557}" presName="ParentBackground2" presStyleCnt="0"/>
      <dgm:spPr/>
    </dgm:pt>
    <dgm:pt modelId="{3B719DEE-36EC-44FE-8F5D-EBF2A7A766F0}" type="pres">
      <dgm:prSet presAssocID="{985CF19B-ADD6-4B5E-89F6-05330D347557}" presName="ParentBackground" presStyleLbl="fgAcc1" presStyleIdx="1" presStyleCnt="3"/>
      <dgm:spPr/>
    </dgm:pt>
    <dgm:pt modelId="{D67872E3-0175-4927-A3C8-5A2C6D0CAE18}" type="pres">
      <dgm:prSet presAssocID="{985CF19B-ADD6-4B5E-89F6-05330D347557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E97B878-29C6-428B-B82E-CAD58C59F198}" type="pres">
      <dgm:prSet presAssocID="{985CF19B-ADD6-4B5E-89F6-05330D347557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74A2DF-8BA8-45F6-8E4E-CCA3043515AD}" type="pres">
      <dgm:prSet presAssocID="{4F9F7124-EB3E-4BF5-9B93-18634129BFB0}" presName="Accent1" presStyleCnt="0"/>
      <dgm:spPr/>
    </dgm:pt>
    <dgm:pt modelId="{514F28D0-4E18-4F14-B636-BD8CC7DCA4CC}" type="pres">
      <dgm:prSet presAssocID="{4F9F7124-EB3E-4BF5-9B93-18634129BFB0}" presName="Accent" presStyleLbl="node1" presStyleIdx="2" presStyleCnt="3"/>
      <dgm:spPr/>
    </dgm:pt>
    <dgm:pt modelId="{F6868DE4-555E-4DA3-9494-2CF647D775BA}" type="pres">
      <dgm:prSet presAssocID="{4F9F7124-EB3E-4BF5-9B93-18634129BFB0}" presName="ParentBackground1" presStyleCnt="0"/>
      <dgm:spPr/>
    </dgm:pt>
    <dgm:pt modelId="{4A0B6E60-196B-4F1F-B8DD-C0D74D8F013A}" type="pres">
      <dgm:prSet presAssocID="{4F9F7124-EB3E-4BF5-9B93-18634129BFB0}" presName="ParentBackground" presStyleLbl="fgAcc1" presStyleIdx="2" presStyleCnt="3"/>
      <dgm:spPr/>
    </dgm:pt>
    <dgm:pt modelId="{AFDB3738-4036-4BB7-B595-2F6B9AB64C6A}" type="pres">
      <dgm:prSet presAssocID="{4F9F7124-EB3E-4BF5-9B93-18634129BFB0}" presName="Child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E0F3C9C-AD69-4943-A544-4CF3961FD71B}" type="pres">
      <dgm:prSet presAssocID="{4F9F7124-EB3E-4BF5-9B93-18634129BFB0}" presName="Parent1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0D2B3404-7D76-4A39-8531-3DA7D2F0C0F2}" srcId="{4F9F7124-EB3E-4BF5-9B93-18634129BFB0}" destId="{82077FA4-42F3-4139-9438-CDED52B9AB13}" srcOrd="1" destOrd="0" parTransId="{19D411A4-8044-47E7-A715-9105427820FB}" sibTransId="{8F96049B-03ED-4F7A-8507-928148BF7658}"/>
    <dgm:cxn modelId="{74A1C20B-E416-4B24-B685-CA68A83E73D4}" type="presOf" srcId="{985CF19B-ADD6-4B5E-89F6-05330D347557}" destId="{3B719DEE-36EC-44FE-8F5D-EBF2A7A766F0}" srcOrd="0" destOrd="0" presId="urn:microsoft.com/office/officeart/2011/layout/CircleProcess"/>
    <dgm:cxn modelId="{6225C122-3F8B-4C30-A08B-14AE73E3255E}" type="presOf" srcId="{0142E301-1373-453B-AFFC-DBE92016F2BA}" destId="{D67872E3-0175-4927-A3C8-5A2C6D0CAE18}" srcOrd="0" destOrd="0" presId="urn:microsoft.com/office/officeart/2011/layout/CircleProcess"/>
    <dgm:cxn modelId="{B8DAD225-F47E-4E51-B8F8-D1B5DE28C8A8}" srcId="{4F9F7124-EB3E-4BF5-9B93-18634129BFB0}" destId="{FF539CF9-209F-4C2B-B646-AC0B8617400A}" srcOrd="3" destOrd="0" parTransId="{D18F594F-80C0-4994-BD88-95E30F519147}" sibTransId="{FF8BC6AE-19FC-4D5B-8441-AF6B903A52A8}"/>
    <dgm:cxn modelId="{E8CDD92A-181E-4752-AA1F-8F58AE74EB7F}" type="presOf" srcId="{8E08DCF7-1BC2-47F3-A585-CF69BF7C75C0}" destId="{8F439A06-E8DD-434B-B97A-81FBC682CF40}" srcOrd="0" destOrd="2" presId="urn:microsoft.com/office/officeart/2011/layout/CircleProcess"/>
    <dgm:cxn modelId="{0B42252C-DB68-449C-93E8-66BA9E734656}" type="presOf" srcId="{E013F825-C902-4979-945F-6C5108A80702}" destId="{AFDB3738-4036-4BB7-B595-2F6B9AB64C6A}" srcOrd="0" destOrd="4" presId="urn:microsoft.com/office/officeart/2011/layout/CircleProcess"/>
    <dgm:cxn modelId="{5736982C-29BE-4103-B7B4-0451B3946478}" type="presOf" srcId="{EC6AC102-DCEF-434D-8570-C21470935F58}" destId="{D67872E3-0175-4927-A3C8-5A2C6D0CAE18}" srcOrd="0" destOrd="4" presId="urn:microsoft.com/office/officeart/2011/layout/CircleProcess"/>
    <dgm:cxn modelId="{8AEEA736-D6CE-4C0F-A92C-C46660C7A5B7}" srcId="{5A21DABC-362D-4E1F-95E5-85FC4B258509}" destId="{FA4F3226-839F-41F1-8B8B-595C170624E3}" srcOrd="0" destOrd="0" parTransId="{50353E1D-B379-4A48-BC05-6F6455016B23}" sibTransId="{835A8581-7B95-411E-B272-7A7E1F73FE59}"/>
    <dgm:cxn modelId="{55C6A937-1640-45B3-AEBE-D0E767369D78}" type="presOf" srcId="{ED536F3B-2A8A-484B-8E79-5A1E4229A0FA}" destId="{D67872E3-0175-4927-A3C8-5A2C6D0CAE18}" srcOrd="0" destOrd="1" presId="urn:microsoft.com/office/officeart/2011/layout/CircleProcess"/>
    <dgm:cxn modelId="{323E875F-6C25-41A0-88DD-9B17C04A0C09}" type="presOf" srcId="{FF539CF9-209F-4C2B-B646-AC0B8617400A}" destId="{AFDB3738-4036-4BB7-B595-2F6B9AB64C6A}" srcOrd="0" destOrd="3" presId="urn:microsoft.com/office/officeart/2011/layout/CircleProcess"/>
    <dgm:cxn modelId="{87F45F61-7FD6-4F61-A349-76E10CACDA55}" srcId="{8E8B93DE-0B27-4517-B4C7-CF624135361C}" destId="{985CF19B-ADD6-4B5E-89F6-05330D347557}" srcOrd="1" destOrd="0" parTransId="{DEA5D8DB-440C-44AE-B551-A2DC7E8BAF4E}" sibTransId="{8CB353CC-817F-4C2E-B2BC-A60CD6ACBA23}"/>
    <dgm:cxn modelId="{11A30644-BFE0-42B1-A815-1CE95B7C3E48}" srcId="{5A21DABC-362D-4E1F-95E5-85FC4B258509}" destId="{8E08DCF7-1BC2-47F3-A585-CF69BF7C75C0}" srcOrd="2" destOrd="0" parTransId="{12A50EB5-4DF4-43F8-80EC-8F65B7B088D3}" sibTransId="{5F51AF23-594E-40D7-9DBE-3A8822659819}"/>
    <dgm:cxn modelId="{5C988764-969C-4D0E-A2E8-D7211392739E}" type="presOf" srcId="{90A00F94-FC2A-4F43-A37D-AA913C4B1885}" destId="{D67872E3-0175-4927-A3C8-5A2C6D0CAE18}" srcOrd="0" destOrd="2" presId="urn:microsoft.com/office/officeart/2011/layout/CircleProcess"/>
    <dgm:cxn modelId="{B8BA9D45-EDCA-4FB4-B172-71B2AB1AB5A6}" type="presOf" srcId="{905A108F-0AF3-4FB3-A772-161AFAEC3CAB}" destId="{AFDB3738-4036-4BB7-B595-2F6B9AB64C6A}" srcOrd="0" destOrd="2" presId="urn:microsoft.com/office/officeart/2011/layout/CircleProcess"/>
    <dgm:cxn modelId="{0554086E-320D-403B-9CA5-FA7804D40D5C}" type="presOf" srcId="{34A4ADFD-A8E4-4DF7-9215-8CA3CAC38DD6}" destId="{D67872E3-0175-4927-A3C8-5A2C6D0CAE18}" srcOrd="0" destOrd="3" presId="urn:microsoft.com/office/officeart/2011/layout/CircleProcess"/>
    <dgm:cxn modelId="{D5442B4F-9E05-4430-96E8-021835D7FC4A}" srcId="{8E8B93DE-0B27-4517-B4C7-CF624135361C}" destId="{5A21DABC-362D-4E1F-95E5-85FC4B258509}" srcOrd="2" destOrd="0" parTransId="{A55659BF-383E-46B6-B23E-AFECE274FC5B}" sibTransId="{4191C862-BE79-4333-8E90-4E71E842EB69}"/>
    <dgm:cxn modelId="{921D4152-35E5-4278-8BA9-AFB983DCB468}" type="presOf" srcId="{4F9F7124-EB3E-4BF5-9B93-18634129BFB0}" destId="{4A0B6E60-196B-4F1F-B8DD-C0D74D8F013A}" srcOrd="0" destOrd="0" presId="urn:microsoft.com/office/officeart/2011/layout/CircleProcess"/>
    <dgm:cxn modelId="{60EA4C72-55F8-461F-BF7B-703420B23E0B}" srcId="{4F9F7124-EB3E-4BF5-9B93-18634129BFB0}" destId="{4B18DE07-BCC2-42B0-8545-9094208610BD}" srcOrd="0" destOrd="0" parTransId="{2B59B2D6-5790-4BF0-83C1-161A67740B4E}" sibTransId="{9382EA0E-ECD6-4155-87F1-780F0F2DA5CF}"/>
    <dgm:cxn modelId="{3AB4B556-63C3-4758-A223-7DB59D718626}" srcId="{5A21DABC-362D-4E1F-95E5-85FC4B258509}" destId="{A566B42F-10B8-440D-97DA-E1B8AF347410}" srcOrd="3" destOrd="0" parTransId="{2E848622-6250-4FCB-99F1-619CFB888620}" sibTransId="{32C58A52-A65D-4A3B-BFF9-63989B9B971D}"/>
    <dgm:cxn modelId="{422A6958-DE72-4CA3-8ED9-15A5D8318D19}" type="presOf" srcId="{82077FA4-42F3-4139-9438-CDED52B9AB13}" destId="{AFDB3738-4036-4BB7-B595-2F6B9AB64C6A}" srcOrd="0" destOrd="1" presId="urn:microsoft.com/office/officeart/2011/layout/CircleProcess"/>
    <dgm:cxn modelId="{64235058-B69B-4BFD-9553-C29611BAF470}" srcId="{985CF19B-ADD6-4B5E-89F6-05330D347557}" destId="{90A00F94-FC2A-4F43-A37D-AA913C4B1885}" srcOrd="2" destOrd="0" parTransId="{01F628D6-EFAE-4758-A5E1-767F02EA67AE}" sibTransId="{F699E9D7-4264-4ABD-A011-1C1246511EBD}"/>
    <dgm:cxn modelId="{BA319C7E-B784-4CA1-BFDA-C35F34EBF69B}" type="presOf" srcId="{8E8B93DE-0B27-4517-B4C7-CF624135361C}" destId="{AC2D79F8-EA10-45CD-B2F7-DFA49474E414}" srcOrd="0" destOrd="0" presId="urn:microsoft.com/office/officeart/2011/layout/CircleProcess"/>
    <dgm:cxn modelId="{2A1F477F-041F-4D40-959C-EA14C7615DA1}" srcId="{5A21DABC-362D-4E1F-95E5-85FC4B258509}" destId="{746808F8-6ACB-4946-88C9-77EF5676EC38}" srcOrd="1" destOrd="0" parTransId="{BE7FCAF1-742E-4F77-8D87-34613816F912}" sibTransId="{DCB93970-A1E9-44BC-972E-3450EA2F48E4}"/>
    <dgm:cxn modelId="{7C08FB80-4D5C-41EF-8172-27CF8F0F4EA4}" type="presOf" srcId="{5A21DABC-362D-4E1F-95E5-85FC4B258509}" destId="{230B8F49-2FED-48BF-9C9B-59B5C2EFFBAD}" srcOrd="0" destOrd="0" presId="urn:microsoft.com/office/officeart/2011/layout/CircleProcess"/>
    <dgm:cxn modelId="{AC319083-DE60-4C6A-9EC4-0BEAA88E970D}" type="presOf" srcId="{5A21DABC-362D-4E1F-95E5-85FC4B258509}" destId="{151436BF-2687-4ED9-946A-75AE8B6AE525}" srcOrd="1" destOrd="0" presId="urn:microsoft.com/office/officeart/2011/layout/CircleProcess"/>
    <dgm:cxn modelId="{FD295885-C29D-4640-9118-B025953E73A8}" srcId="{985CF19B-ADD6-4B5E-89F6-05330D347557}" destId="{34A4ADFD-A8E4-4DF7-9215-8CA3CAC38DD6}" srcOrd="3" destOrd="0" parTransId="{C885E83F-4F52-4807-910F-EECB986D1C79}" sibTransId="{AC940E41-977D-46D8-B933-8FC50CF75D2C}"/>
    <dgm:cxn modelId="{75372487-A62A-4551-AAF3-33BD96C362EA}" srcId="{985CF19B-ADD6-4B5E-89F6-05330D347557}" destId="{ED536F3B-2A8A-484B-8E79-5A1E4229A0FA}" srcOrd="1" destOrd="0" parTransId="{FCCE64ED-C56B-4703-ABAF-364D0F87ED27}" sibTransId="{548B8818-C39E-48D9-8067-1E7581E82DE1}"/>
    <dgm:cxn modelId="{8374729B-71EC-45B2-A39B-56F8AA310695}" srcId="{5A21DABC-362D-4E1F-95E5-85FC4B258509}" destId="{EAC19898-79BE-4E19-8CDC-22D1D8FD1B0B}" srcOrd="4" destOrd="0" parTransId="{2C8FDC71-2D83-487E-85B2-1BB7BB04B3DB}" sibTransId="{509E6BAF-70A5-41C7-8B77-9005D7061877}"/>
    <dgm:cxn modelId="{E9D403A0-41EA-426B-BF5E-E81713ABB519}" type="presOf" srcId="{4F9F7124-EB3E-4BF5-9B93-18634129BFB0}" destId="{9E0F3C9C-AD69-4943-A544-4CF3961FD71B}" srcOrd="1" destOrd="0" presId="urn:microsoft.com/office/officeart/2011/layout/CircleProcess"/>
    <dgm:cxn modelId="{77FA30A0-94C0-445B-99D0-B303B6F01963}" srcId="{4F9F7124-EB3E-4BF5-9B93-18634129BFB0}" destId="{905A108F-0AF3-4FB3-A772-161AFAEC3CAB}" srcOrd="2" destOrd="0" parTransId="{FC2A131D-A407-4246-AB64-15E65777347F}" sibTransId="{4535AABE-86A0-4B3E-B59A-3D7D77EDB162}"/>
    <dgm:cxn modelId="{BD28F1A0-5DB7-4594-A922-DB8CC4AAA8CE}" type="presOf" srcId="{A566B42F-10B8-440D-97DA-E1B8AF347410}" destId="{8F439A06-E8DD-434B-B97A-81FBC682CF40}" srcOrd="0" destOrd="3" presId="urn:microsoft.com/office/officeart/2011/layout/CircleProcess"/>
    <dgm:cxn modelId="{899BA5A4-98C0-4751-99F8-0C5145B8EFFC}" srcId="{8E8B93DE-0B27-4517-B4C7-CF624135361C}" destId="{4F9F7124-EB3E-4BF5-9B93-18634129BFB0}" srcOrd="0" destOrd="0" parTransId="{1CFC18B0-5C9D-4B7B-AF5D-25EAFCA5261A}" sibTransId="{9906B3D5-C291-4A99-8D8D-212E066F9261}"/>
    <dgm:cxn modelId="{875846A5-64F9-4F13-B997-980C8C32266F}" type="presOf" srcId="{FA4F3226-839F-41F1-8B8B-595C170624E3}" destId="{8F439A06-E8DD-434B-B97A-81FBC682CF40}" srcOrd="0" destOrd="0" presId="urn:microsoft.com/office/officeart/2011/layout/CircleProcess"/>
    <dgm:cxn modelId="{8BAA7AB1-CC67-4362-BF4D-9928F22B1699}" srcId="{985CF19B-ADD6-4B5E-89F6-05330D347557}" destId="{0142E301-1373-453B-AFFC-DBE92016F2BA}" srcOrd="0" destOrd="0" parTransId="{55BD1EA8-336F-4EDD-936E-ADBA733B12DA}" sibTransId="{732646DF-86F6-417E-A9E7-0ADCD715A466}"/>
    <dgm:cxn modelId="{710F36B6-450F-4C7D-BBA4-F6DE8BBBEF30}" type="presOf" srcId="{4B18DE07-BCC2-42B0-8545-9094208610BD}" destId="{AFDB3738-4036-4BB7-B595-2F6B9AB64C6A}" srcOrd="0" destOrd="0" presId="urn:microsoft.com/office/officeart/2011/layout/CircleProcess"/>
    <dgm:cxn modelId="{137D10BE-2134-4D66-BE42-F0D3377D3EDB}" type="presOf" srcId="{746808F8-6ACB-4946-88C9-77EF5676EC38}" destId="{8F439A06-E8DD-434B-B97A-81FBC682CF40}" srcOrd="0" destOrd="1" presId="urn:microsoft.com/office/officeart/2011/layout/CircleProcess"/>
    <dgm:cxn modelId="{2256C9CA-C4F2-427D-97FD-EC89A8F657DC}" type="presOf" srcId="{EAC19898-79BE-4E19-8CDC-22D1D8FD1B0B}" destId="{8F439A06-E8DD-434B-B97A-81FBC682CF40}" srcOrd="0" destOrd="4" presId="urn:microsoft.com/office/officeart/2011/layout/CircleProcess"/>
    <dgm:cxn modelId="{9E524FDD-8B71-4ABC-917D-8579A590844D}" type="presOf" srcId="{985CF19B-ADD6-4B5E-89F6-05330D347557}" destId="{7E97B878-29C6-428B-B82E-CAD58C59F198}" srcOrd="1" destOrd="0" presId="urn:microsoft.com/office/officeart/2011/layout/CircleProcess"/>
    <dgm:cxn modelId="{28E69FDD-68F7-42C1-B3AE-28B77ABD8D16}" srcId="{985CF19B-ADD6-4B5E-89F6-05330D347557}" destId="{EC6AC102-DCEF-434D-8570-C21470935F58}" srcOrd="4" destOrd="0" parTransId="{2EC2E313-95CD-4C2C-B216-9716AF09E36B}" sibTransId="{60262D3C-0CCF-4A5C-BEE3-3C8D33D290A8}"/>
    <dgm:cxn modelId="{A6227CE0-DBB5-4ED2-9F20-6AF614C48259}" srcId="{4F9F7124-EB3E-4BF5-9B93-18634129BFB0}" destId="{E013F825-C902-4979-945F-6C5108A80702}" srcOrd="4" destOrd="0" parTransId="{28C619AC-8E60-4E06-BF47-9176BFF5D3E8}" sibTransId="{B1D74D44-2C83-464B-82BE-CDE1ADFA2564}"/>
    <dgm:cxn modelId="{7F023DAA-8141-4796-A092-0F464B431011}" type="presParOf" srcId="{AC2D79F8-EA10-45CD-B2F7-DFA49474E414}" destId="{DB1C0E94-F8AF-42A9-B8AD-3E09E9380BE5}" srcOrd="0" destOrd="0" presId="urn:microsoft.com/office/officeart/2011/layout/CircleProcess"/>
    <dgm:cxn modelId="{A2A558A5-1A47-4627-B05E-01B175953F04}" type="presParOf" srcId="{DB1C0E94-F8AF-42A9-B8AD-3E09E9380BE5}" destId="{FC0FA631-98C9-4D76-9CE5-842C43905105}" srcOrd="0" destOrd="0" presId="urn:microsoft.com/office/officeart/2011/layout/CircleProcess"/>
    <dgm:cxn modelId="{A1E0FB4B-2883-402D-BC81-562CB6654FAB}" type="presParOf" srcId="{AC2D79F8-EA10-45CD-B2F7-DFA49474E414}" destId="{2D8C9290-2502-46D7-B0B1-5AD6E1012AAB}" srcOrd="1" destOrd="0" presId="urn:microsoft.com/office/officeart/2011/layout/CircleProcess"/>
    <dgm:cxn modelId="{2B5BE8EA-3E64-4364-8CA3-4D98A3DF8059}" type="presParOf" srcId="{2D8C9290-2502-46D7-B0B1-5AD6E1012AAB}" destId="{230B8F49-2FED-48BF-9C9B-59B5C2EFFBAD}" srcOrd="0" destOrd="0" presId="urn:microsoft.com/office/officeart/2011/layout/CircleProcess"/>
    <dgm:cxn modelId="{0878425F-8EE0-4512-8D19-800A79D21706}" type="presParOf" srcId="{AC2D79F8-EA10-45CD-B2F7-DFA49474E414}" destId="{8F439A06-E8DD-434B-B97A-81FBC682CF40}" srcOrd="2" destOrd="0" presId="urn:microsoft.com/office/officeart/2011/layout/CircleProcess"/>
    <dgm:cxn modelId="{565766ED-AF34-4559-B4F1-ED09B89F609A}" type="presParOf" srcId="{AC2D79F8-EA10-45CD-B2F7-DFA49474E414}" destId="{151436BF-2687-4ED9-946A-75AE8B6AE525}" srcOrd="3" destOrd="0" presId="urn:microsoft.com/office/officeart/2011/layout/CircleProcess"/>
    <dgm:cxn modelId="{083B7836-CB76-45F6-90FA-C5E7188DD165}" type="presParOf" srcId="{AC2D79F8-EA10-45CD-B2F7-DFA49474E414}" destId="{67F3B261-4804-4251-BBE9-082B740B98CE}" srcOrd="4" destOrd="0" presId="urn:microsoft.com/office/officeart/2011/layout/CircleProcess"/>
    <dgm:cxn modelId="{739425FD-D96B-459A-BEDD-1B05B3BD81AA}" type="presParOf" srcId="{67F3B261-4804-4251-BBE9-082B740B98CE}" destId="{8BB9B5D7-B28E-459B-BB7F-FEC9C1DED82F}" srcOrd="0" destOrd="0" presId="urn:microsoft.com/office/officeart/2011/layout/CircleProcess"/>
    <dgm:cxn modelId="{6A49B6DF-FC81-4ADE-B8D6-14E322D366FB}" type="presParOf" srcId="{AC2D79F8-EA10-45CD-B2F7-DFA49474E414}" destId="{661029F1-51F8-4507-99D7-666856BFA731}" srcOrd="5" destOrd="0" presId="urn:microsoft.com/office/officeart/2011/layout/CircleProcess"/>
    <dgm:cxn modelId="{1F9A13F1-3AB2-4939-A03B-B076DDBB167D}" type="presParOf" srcId="{661029F1-51F8-4507-99D7-666856BFA731}" destId="{3B719DEE-36EC-44FE-8F5D-EBF2A7A766F0}" srcOrd="0" destOrd="0" presId="urn:microsoft.com/office/officeart/2011/layout/CircleProcess"/>
    <dgm:cxn modelId="{5ADF7892-1B8B-470F-9EB3-B8F4D309AA55}" type="presParOf" srcId="{AC2D79F8-EA10-45CD-B2F7-DFA49474E414}" destId="{D67872E3-0175-4927-A3C8-5A2C6D0CAE18}" srcOrd="6" destOrd="0" presId="urn:microsoft.com/office/officeart/2011/layout/CircleProcess"/>
    <dgm:cxn modelId="{F4FE5C87-993C-483F-B9F0-79575B805BD5}" type="presParOf" srcId="{AC2D79F8-EA10-45CD-B2F7-DFA49474E414}" destId="{7E97B878-29C6-428B-B82E-CAD58C59F198}" srcOrd="7" destOrd="0" presId="urn:microsoft.com/office/officeart/2011/layout/CircleProcess"/>
    <dgm:cxn modelId="{215292C0-C67E-4DA2-A215-E7F48136FA62}" type="presParOf" srcId="{AC2D79F8-EA10-45CD-B2F7-DFA49474E414}" destId="{C174A2DF-8BA8-45F6-8E4E-CCA3043515AD}" srcOrd="8" destOrd="0" presId="urn:microsoft.com/office/officeart/2011/layout/CircleProcess"/>
    <dgm:cxn modelId="{2A3C48DF-3040-4FAE-98BC-71B29CD4C630}" type="presParOf" srcId="{C174A2DF-8BA8-45F6-8E4E-CCA3043515AD}" destId="{514F28D0-4E18-4F14-B636-BD8CC7DCA4CC}" srcOrd="0" destOrd="0" presId="urn:microsoft.com/office/officeart/2011/layout/CircleProcess"/>
    <dgm:cxn modelId="{B38F615A-8E34-41EC-B857-9655A948299F}" type="presParOf" srcId="{AC2D79F8-EA10-45CD-B2F7-DFA49474E414}" destId="{F6868DE4-555E-4DA3-9494-2CF647D775BA}" srcOrd="9" destOrd="0" presId="urn:microsoft.com/office/officeart/2011/layout/CircleProcess"/>
    <dgm:cxn modelId="{46D3E571-EC65-491C-AD06-C40E6E2425FE}" type="presParOf" srcId="{F6868DE4-555E-4DA3-9494-2CF647D775BA}" destId="{4A0B6E60-196B-4F1F-B8DD-C0D74D8F013A}" srcOrd="0" destOrd="0" presId="urn:microsoft.com/office/officeart/2011/layout/CircleProcess"/>
    <dgm:cxn modelId="{3988AD73-73B6-4177-9FA2-435DF623A54E}" type="presParOf" srcId="{AC2D79F8-EA10-45CD-B2F7-DFA49474E414}" destId="{AFDB3738-4036-4BB7-B595-2F6B9AB64C6A}" srcOrd="10" destOrd="0" presId="urn:microsoft.com/office/officeart/2011/layout/CircleProcess"/>
    <dgm:cxn modelId="{E9682A8F-8FF7-488A-860D-74B737FCB5DE}" type="presParOf" srcId="{AC2D79F8-EA10-45CD-B2F7-DFA49474E414}" destId="{9E0F3C9C-AD69-4943-A544-4CF3961FD71B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0FAE2A-2DBD-4DC4-9F41-034E9BA3086E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BA5076E-B98C-4B61-AF1C-14EC4FAFFCA4}">
      <dgm:prSet phldrT="[Text]"/>
      <dgm:spPr/>
      <dgm:t>
        <a:bodyPr/>
        <a:lstStyle/>
        <a:p>
          <a:r>
            <a:rPr lang="en-GB" dirty="0"/>
            <a:t>Improved DevSecOps process &amp; maturity</a:t>
          </a:r>
        </a:p>
      </dgm:t>
    </dgm:pt>
    <dgm:pt modelId="{7E9A5C65-C436-42C3-A618-7EBB4F09B2BB}" type="parTrans" cxnId="{21EB593C-3EC3-4565-8B60-548EA5010C14}">
      <dgm:prSet/>
      <dgm:spPr/>
      <dgm:t>
        <a:bodyPr/>
        <a:lstStyle/>
        <a:p>
          <a:endParaRPr lang="en-GB"/>
        </a:p>
      </dgm:t>
    </dgm:pt>
    <dgm:pt modelId="{44AE7460-178C-4D74-815A-CA0C4A0DAF88}" type="sibTrans" cxnId="{21EB593C-3EC3-4565-8B60-548EA5010C14}">
      <dgm:prSet/>
      <dgm:spPr/>
      <dgm:t>
        <a:bodyPr/>
        <a:lstStyle/>
        <a:p>
          <a:endParaRPr lang="en-GB"/>
        </a:p>
      </dgm:t>
    </dgm:pt>
    <dgm:pt modelId="{BE35ABD9-E609-491A-9934-FA1DFC3369A4}">
      <dgm:prSet phldrT="[Text]"/>
      <dgm:spPr/>
      <dgm:t>
        <a:bodyPr/>
        <a:lstStyle/>
        <a:p>
          <a:r>
            <a:rPr lang="en-GB" dirty="0"/>
            <a:t>DevSecOps Framework </a:t>
          </a:r>
        </a:p>
      </dgm:t>
    </dgm:pt>
    <dgm:pt modelId="{27CF1EDF-AB71-4F62-9346-2E31D117483C}" type="parTrans" cxnId="{3EBE39CB-5337-4201-8046-A84695DB7E67}">
      <dgm:prSet/>
      <dgm:spPr/>
      <dgm:t>
        <a:bodyPr/>
        <a:lstStyle/>
        <a:p>
          <a:endParaRPr lang="en-GB"/>
        </a:p>
      </dgm:t>
    </dgm:pt>
    <dgm:pt modelId="{A52F8ECC-B7ED-4765-B5EE-49595E84CB99}" type="sibTrans" cxnId="{3EBE39CB-5337-4201-8046-A84695DB7E67}">
      <dgm:prSet/>
      <dgm:spPr/>
      <dgm:t>
        <a:bodyPr/>
        <a:lstStyle/>
        <a:p>
          <a:endParaRPr lang="en-GB"/>
        </a:p>
      </dgm:t>
    </dgm:pt>
    <dgm:pt modelId="{AD39D2AE-C774-4E7C-9313-14DAD045ED5F}">
      <dgm:prSet phldrT="[Text]"/>
      <dgm:spPr/>
      <dgm:t>
        <a:bodyPr/>
        <a:lstStyle/>
        <a:p>
          <a:r>
            <a:rPr lang="en-GB" dirty="0"/>
            <a:t>Standardization of CI/CD and DevOps processes </a:t>
          </a:r>
        </a:p>
      </dgm:t>
    </dgm:pt>
    <dgm:pt modelId="{E98AC50C-7200-4A6A-9C27-3ED4E9D11AF8}" type="parTrans" cxnId="{AD250A8C-63A8-4256-8B09-3AF3C8471CA1}">
      <dgm:prSet/>
      <dgm:spPr/>
      <dgm:t>
        <a:bodyPr/>
        <a:lstStyle/>
        <a:p>
          <a:endParaRPr lang="en-GB"/>
        </a:p>
      </dgm:t>
    </dgm:pt>
    <dgm:pt modelId="{312E6E23-D776-4616-80E2-A75875F032E5}" type="sibTrans" cxnId="{AD250A8C-63A8-4256-8B09-3AF3C8471CA1}">
      <dgm:prSet/>
      <dgm:spPr/>
      <dgm:t>
        <a:bodyPr/>
        <a:lstStyle/>
        <a:p>
          <a:endParaRPr lang="en-GB"/>
        </a:p>
      </dgm:t>
    </dgm:pt>
    <dgm:pt modelId="{DE6FEDF0-10D3-4E86-9A59-E0ED9D062968}">
      <dgm:prSet phldrT="[Text]"/>
      <dgm:spPr/>
      <dgm:t>
        <a:bodyPr/>
        <a:lstStyle/>
        <a:p>
          <a:r>
            <a:rPr lang="en-GB" dirty="0"/>
            <a:t>Flexibility , reusability and Autonomy </a:t>
          </a:r>
        </a:p>
      </dgm:t>
    </dgm:pt>
    <dgm:pt modelId="{E3638B4D-23E2-453C-BA8A-91A0A04F9F64}" type="parTrans" cxnId="{1683B753-BC5F-4E09-BE62-26FC3429D2D7}">
      <dgm:prSet/>
      <dgm:spPr/>
      <dgm:t>
        <a:bodyPr/>
        <a:lstStyle/>
        <a:p>
          <a:endParaRPr lang="en-GB"/>
        </a:p>
      </dgm:t>
    </dgm:pt>
    <dgm:pt modelId="{4ACABF54-365A-40E6-A743-259CBB486B51}" type="sibTrans" cxnId="{1683B753-BC5F-4E09-BE62-26FC3429D2D7}">
      <dgm:prSet/>
      <dgm:spPr/>
      <dgm:t>
        <a:bodyPr/>
        <a:lstStyle/>
        <a:p>
          <a:endParaRPr lang="en-GB"/>
        </a:p>
      </dgm:t>
    </dgm:pt>
    <dgm:pt modelId="{A16F4243-C203-40D5-9A3A-6A76EF7AF4A1}">
      <dgm:prSet phldrT="[Text]"/>
      <dgm:spPr/>
      <dgm:t>
        <a:bodyPr/>
        <a:lstStyle/>
        <a:p>
          <a:r>
            <a:rPr lang="en-GB" dirty="0"/>
            <a:t>DevOps Culture  - Application/product teams in control of end to end delivery of new features </a:t>
          </a:r>
        </a:p>
      </dgm:t>
    </dgm:pt>
    <dgm:pt modelId="{F07ED663-9153-4329-ACA8-E034C336EDB6}" type="parTrans" cxnId="{968CB4E1-8D1C-4B4F-94B8-6D5FE084D5D1}">
      <dgm:prSet/>
      <dgm:spPr/>
      <dgm:t>
        <a:bodyPr/>
        <a:lstStyle/>
        <a:p>
          <a:endParaRPr lang="en-GB"/>
        </a:p>
      </dgm:t>
    </dgm:pt>
    <dgm:pt modelId="{3DEDE9B4-B12C-4658-9E75-744D8843B487}" type="sibTrans" cxnId="{968CB4E1-8D1C-4B4F-94B8-6D5FE084D5D1}">
      <dgm:prSet/>
      <dgm:spPr/>
      <dgm:t>
        <a:bodyPr/>
        <a:lstStyle/>
        <a:p>
          <a:endParaRPr lang="en-GB"/>
        </a:p>
      </dgm:t>
    </dgm:pt>
    <dgm:pt modelId="{96E2727F-BAE4-4734-AA22-7CE85E27697B}">
      <dgm:prSet phldrT="[Text]"/>
      <dgm:spPr/>
      <dgm:t>
        <a:bodyPr/>
        <a:lstStyle/>
        <a:p>
          <a:r>
            <a:rPr lang="en-GB" dirty="0"/>
            <a:t>Improved DevSecOps maturity in terms of CI, CD, CT </a:t>
          </a:r>
        </a:p>
      </dgm:t>
    </dgm:pt>
    <dgm:pt modelId="{2AA281BB-8134-4826-BF8F-692B214C52C3}" type="parTrans" cxnId="{CE2A0B5F-8F59-4C9A-9385-2160BE705905}">
      <dgm:prSet/>
      <dgm:spPr/>
      <dgm:t>
        <a:bodyPr/>
        <a:lstStyle/>
        <a:p>
          <a:endParaRPr lang="en-GB"/>
        </a:p>
      </dgm:t>
    </dgm:pt>
    <dgm:pt modelId="{7141E37D-8C9D-462A-8C91-3442ABFFD639}" type="sibTrans" cxnId="{CE2A0B5F-8F59-4C9A-9385-2160BE705905}">
      <dgm:prSet/>
      <dgm:spPr/>
      <dgm:t>
        <a:bodyPr/>
        <a:lstStyle/>
        <a:p>
          <a:endParaRPr lang="en-GB"/>
        </a:p>
      </dgm:t>
    </dgm:pt>
    <dgm:pt modelId="{F1646FF6-0CFF-42DC-A313-49D8B315093B}">
      <dgm:prSet phldrT="[Text]"/>
      <dgm:spPr/>
      <dgm:t>
        <a:bodyPr/>
        <a:lstStyle/>
        <a:p>
          <a:r>
            <a:rPr lang="en-GB" dirty="0"/>
            <a:t>Security integration solution to make way towards cloud transformation</a:t>
          </a:r>
        </a:p>
      </dgm:t>
    </dgm:pt>
    <dgm:pt modelId="{136C90DE-1BC0-46A3-A8F2-434CF6C8F52E}" type="parTrans" cxnId="{40724E68-3FDF-4E7A-BBC5-49317B586462}">
      <dgm:prSet/>
      <dgm:spPr/>
      <dgm:t>
        <a:bodyPr/>
        <a:lstStyle/>
        <a:p>
          <a:endParaRPr lang="en-GB"/>
        </a:p>
      </dgm:t>
    </dgm:pt>
    <dgm:pt modelId="{C9A1C170-BBF1-4CBC-AF23-5066562E6373}" type="sibTrans" cxnId="{40724E68-3FDF-4E7A-BBC5-49317B586462}">
      <dgm:prSet/>
      <dgm:spPr/>
      <dgm:t>
        <a:bodyPr/>
        <a:lstStyle/>
        <a:p>
          <a:endParaRPr lang="en-GB"/>
        </a:p>
      </dgm:t>
    </dgm:pt>
    <dgm:pt modelId="{5C52C9A3-3FA8-48B0-A0FC-DB798AA3F710}">
      <dgm:prSet phldrT="[Text]"/>
      <dgm:spPr/>
      <dgm:t>
        <a:bodyPr/>
        <a:lstStyle/>
        <a:p>
          <a:r>
            <a:rPr lang="en-GB" dirty="0"/>
            <a:t>Autonomous release and change management to reduce lead time to production </a:t>
          </a:r>
        </a:p>
      </dgm:t>
    </dgm:pt>
    <dgm:pt modelId="{ABDEC3AD-E5AD-45CE-9D2C-BE174E22DB1D}" type="parTrans" cxnId="{A06DFC31-9FAD-4E80-A86F-5A37250C2D68}">
      <dgm:prSet/>
      <dgm:spPr/>
      <dgm:t>
        <a:bodyPr/>
        <a:lstStyle/>
        <a:p>
          <a:endParaRPr lang="en-GB"/>
        </a:p>
      </dgm:t>
    </dgm:pt>
    <dgm:pt modelId="{7D53BBE6-D82A-437A-8FD4-B0F8CA1CAA85}" type="sibTrans" cxnId="{A06DFC31-9FAD-4E80-A86F-5A37250C2D68}">
      <dgm:prSet/>
      <dgm:spPr/>
      <dgm:t>
        <a:bodyPr/>
        <a:lstStyle/>
        <a:p>
          <a:endParaRPr lang="en-GB"/>
        </a:p>
      </dgm:t>
    </dgm:pt>
    <dgm:pt modelId="{4CD3BCF5-AF52-4302-99F8-2AC6CA6E683C}">
      <dgm:prSet phldrT="[Text]"/>
      <dgm:spPr/>
      <dgm:t>
        <a:bodyPr/>
        <a:lstStyle/>
        <a:p>
          <a:r>
            <a:rPr lang="en-GB" dirty="0"/>
            <a:t>Standardized template to quickly onboarding new applications</a:t>
          </a:r>
        </a:p>
      </dgm:t>
    </dgm:pt>
    <dgm:pt modelId="{E6452C3B-7DB8-47FA-A0CA-A93B790C7E5E}" type="parTrans" cxnId="{CD897168-1DC3-45AB-AC10-20963391F2DB}">
      <dgm:prSet/>
      <dgm:spPr/>
      <dgm:t>
        <a:bodyPr/>
        <a:lstStyle/>
        <a:p>
          <a:endParaRPr lang="en-GB"/>
        </a:p>
      </dgm:t>
    </dgm:pt>
    <dgm:pt modelId="{DBD8E1ED-12AE-44BA-A7B9-3FF055556051}" type="sibTrans" cxnId="{CD897168-1DC3-45AB-AC10-20963391F2DB}">
      <dgm:prSet/>
      <dgm:spPr/>
      <dgm:t>
        <a:bodyPr/>
        <a:lstStyle/>
        <a:p>
          <a:endParaRPr lang="en-GB"/>
        </a:p>
      </dgm:t>
    </dgm:pt>
    <dgm:pt modelId="{CB4C5F43-CF28-43F6-A827-B33C7B884CA1}">
      <dgm:prSet phldrT="[Text]"/>
      <dgm:spPr/>
      <dgm:t>
        <a:bodyPr/>
        <a:lstStyle/>
        <a:p>
          <a:r>
            <a:rPr lang="en-GB" dirty="0"/>
            <a:t>Organization and architecture guideline enforcement  </a:t>
          </a:r>
        </a:p>
      </dgm:t>
    </dgm:pt>
    <dgm:pt modelId="{014BAEE1-88A7-404C-952B-B65D2A5B23D8}" type="parTrans" cxnId="{C12261E8-70E6-4A83-AE27-B9ED76C52CE7}">
      <dgm:prSet/>
      <dgm:spPr/>
      <dgm:t>
        <a:bodyPr/>
        <a:lstStyle/>
        <a:p>
          <a:endParaRPr lang="en-GB"/>
        </a:p>
      </dgm:t>
    </dgm:pt>
    <dgm:pt modelId="{35291DE5-CEB8-4E71-9DA5-A1A0FB5C2DAD}" type="sibTrans" cxnId="{C12261E8-70E6-4A83-AE27-B9ED76C52CE7}">
      <dgm:prSet/>
      <dgm:spPr/>
      <dgm:t>
        <a:bodyPr/>
        <a:lstStyle/>
        <a:p>
          <a:endParaRPr lang="en-GB"/>
        </a:p>
      </dgm:t>
    </dgm:pt>
    <dgm:pt modelId="{9AB1534E-4E05-4DC8-97D7-8424AC4EBC8B}">
      <dgm:prSet phldrT="[Text]"/>
      <dgm:spPr/>
      <dgm:t>
        <a:bodyPr/>
        <a:lstStyle/>
        <a:p>
          <a:r>
            <a:rPr lang="en-GB" dirty="0"/>
            <a:t>Flexibility and re-usability of DevOps Processes</a:t>
          </a:r>
        </a:p>
      </dgm:t>
    </dgm:pt>
    <dgm:pt modelId="{5EC99CCA-3634-498C-BD5E-AB792B581789}" type="parTrans" cxnId="{3EA8CFB2-F278-47E3-853E-340A83184E83}">
      <dgm:prSet/>
      <dgm:spPr/>
      <dgm:t>
        <a:bodyPr/>
        <a:lstStyle/>
        <a:p>
          <a:endParaRPr lang="en-GB"/>
        </a:p>
      </dgm:t>
    </dgm:pt>
    <dgm:pt modelId="{F3E46FB4-622B-4841-B3D7-41589490100D}" type="sibTrans" cxnId="{3EA8CFB2-F278-47E3-853E-340A83184E83}">
      <dgm:prSet/>
      <dgm:spPr/>
      <dgm:t>
        <a:bodyPr/>
        <a:lstStyle/>
        <a:p>
          <a:endParaRPr lang="en-GB"/>
        </a:p>
      </dgm:t>
    </dgm:pt>
    <dgm:pt modelId="{8737659D-EC66-4483-A2D0-422740230CEF}">
      <dgm:prSet phldrT="[Text]"/>
      <dgm:spPr/>
      <dgm:t>
        <a:bodyPr/>
        <a:lstStyle/>
        <a:p>
          <a:r>
            <a:rPr lang="en-GB" dirty="0"/>
            <a:t>With templates , easy self service based onboarding of new applications </a:t>
          </a:r>
        </a:p>
      </dgm:t>
    </dgm:pt>
    <dgm:pt modelId="{BB8C2D8E-D796-4B7D-908D-10F68282C43E}" type="parTrans" cxnId="{FA677D1F-26E6-4513-B4BF-366C11AF03E1}">
      <dgm:prSet/>
      <dgm:spPr/>
      <dgm:t>
        <a:bodyPr/>
        <a:lstStyle/>
        <a:p>
          <a:endParaRPr lang="en-GB"/>
        </a:p>
      </dgm:t>
    </dgm:pt>
    <dgm:pt modelId="{D6C38212-024A-44E5-B8B4-A55449690936}" type="sibTrans" cxnId="{FA677D1F-26E6-4513-B4BF-366C11AF03E1}">
      <dgm:prSet/>
      <dgm:spPr/>
      <dgm:t>
        <a:bodyPr/>
        <a:lstStyle/>
        <a:p>
          <a:endParaRPr lang="en-GB"/>
        </a:p>
      </dgm:t>
    </dgm:pt>
    <dgm:pt modelId="{8DE020F5-7821-4A4F-A379-C26553AB1F38}">
      <dgm:prSet phldrT="[Text]"/>
      <dgm:spPr/>
      <dgm:t>
        <a:bodyPr/>
        <a:lstStyle/>
        <a:p>
          <a:r>
            <a:rPr lang="en-GB" dirty="0"/>
            <a:t>Reusable pipeline as code – reduces overall operational overhead</a:t>
          </a:r>
        </a:p>
      </dgm:t>
    </dgm:pt>
    <dgm:pt modelId="{1B5F1297-369D-4321-BF62-588D37572618}" type="parTrans" cxnId="{03CBC4A9-F5E0-4B23-920E-EE3077D8F62D}">
      <dgm:prSet/>
      <dgm:spPr/>
      <dgm:t>
        <a:bodyPr/>
        <a:lstStyle/>
        <a:p>
          <a:endParaRPr lang="en-GB"/>
        </a:p>
      </dgm:t>
    </dgm:pt>
    <dgm:pt modelId="{AC52A5A7-CA0C-4133-9344-6A269D7B9C77}" type="sibTrans" cxnId="{03CBC4A9-F5E0-4B23-920E-EE3077D8F62D}">
      <dgm:prSet/>
      <dgm:spPr/>
      <dgm:t>
        <a:bodyPr/>
        <a:lstStyle/>
        <a:p>
          <a:endParaRPr lang="en-GB"/>
        </a:p>
      </dgm:t>
    </dgm:pt>
    <dgm:pt modelId="{7AD70ECA-8125-422D-BFA5-8C7A5FC4EBB3}">
      <dgm:prSet phldrT="[Text]"/>
      <dgm:spPr/>
      <dgm:t>
        <a:bodyPr/>
        <a:lstStyle/>
        <a:p>
          <a:r>
            <a:rPr lang="en-GB" dirty="0"/>
            <a:t>Flexible release cycles </a:t>
          </a:r>
        </a:p>
      </dgm:t>
    </dgm:pt>
    <dgm:pt modelId="{B379E844-5CE2-43A3-9B88-96EECB431491}" type="parTrans" cxnId="{6C6C5A24-A4D2-4706-BD47-253606299829}">
      <dgm:prSet/>
      <dgm:spPr/>
      <dgm:t>
        <a:bodyPr/>
        <a:lstStyle/>
        <a:p>
          <a:endParaRPr lang="en-GB"/>
        </a:p>
      </dgm:t>
    </dgm:pt>
    <dgm:pt modelId="{1797A8DE-2FE1-489B-B6AB-9C233EC2674F}" type="sibTrans" cxnId="{6C6C5A24-A4D2-4706-BD47-253606299829}">
      <dgm:prSet/>
      <dgm:spPr/>
      <dgm:t>
        <a:bodyPr/>
        <a:lstStyle/>
        <a:p>
          <a:endParaRPr lang="en-GB"/>
        </a:p>
      </dgm:t>
    </dgm:pt>
    <dgm:pt modelId="{59F4EE3B-6013-46D1-A58E-3EF2DD4BD54F}" type="pres">
      <dgm:prSet presAssocID="{CF0FAE2A-2DBD-4DC4-9F41-034E9BA3086E}" presName="linear" presStyleCnt="0">
        <dgm:presLayoutVars>
          <dgm:dir/>
          <dgm:animLvl val="lvl"/>
          <dgm:resizeHandles val="exact"/>
        </dgm:presLayoutVars>
      </dgm:prSet>
      <dgm:spPr/>
    </dgm:pt>
    <dgm:pt modelId="{119AAE74-AFD1-42AA-9AC7-7A2C07F4D959}" type="pres">
      <dgm:prSet presAssocID="{CBA5076E-B98C-4B61-AF1C-14EC4FAFFCA4}" presName="parentLin" presStyleCnt="0"/>
      <dgm:spPr/>
    </dgm:pt>
    <dgm:pt modelId="{18BE235F-FF0A-495F-88D8-DC552D1B8C4A}" type="pres">
      <dgm:prSet presAssocID="{CBA5076E-B98C-4B61-AF1C-14EC4FAFFCA4}" presName="parentLeftMargin" presStyleLbl="node1" presStyleIdx="0" presStyleCnt="3"/>
      <dgm:spPr/>
    </dgm:pt>
    <dgm:pt modelId="{DB270C31-3A41-44DA-ACE5-1B4CE12754F6}" type="pres">
      <dgm:prSet presAssocID="{CBA5076E-B98C-4B61-AF1C-14EC4FAFFC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90CA4B-5876-4C80-992E-D780BA4BE4C3}" type="pres">
      <dgm:prSet presAssocID="{CBA5076E-B98C-4B61-AF1C-14EC4FAFFCA4}" presName="negativeSpace" presStyleCnt="0"/>
      <dgm:spPr/>
    </dgm:pt>
    <dgm:pt modelId="{433EB495-BBB1-4B27-96D0-613376DD9944}" type="pres">
      <dgm:prSet presAssocID="{CBA5076E-B98C-4B61-AF1C-14EC4FAFFCA4}" presName="childText" presStyleLbl="conFgAcc1" presStyleIdx="0" presStyleCnt="3">
        <dgm:presLayoutVars>
          <dgm:bulletEnabled val="1"/>
        </dgm:presLayoutVars>
      </dgm:prSet>
      <dgm:spPr/>
    </dgm:pt>
    <dgm:pt modelId="{8F030353-F360-4FFA-BFA6-99E0CA4A98FE}" type="pres">
      <dgm:prSet presAssocID="{44AE7460-178C-4D74-815A-CA0C4A0DAF88}" presName="spaceBetweenRectangles" presStyleCnt="0"/>
      <dgm:spPr/>
    </dgm:pt>
    <dgm:pt modelId="{C6471A39-FFD0-4E22-8337-32417B0997F6}" type="pres">
      <dgm:prSet presAssocID="{BE35ABD9-E609-491A-9934-FA1DFC3369A4}" presName="parentLin" presStyleCnt="0"/>
      <dgm:spPr/>
    </dgm:pt>
    <dgm:pt modelId="{D7038151-3814-4268-BC47-5FA0EB57C651}" type="pres">
      <dgm:prSet presAssocID="{BE35ABD9-E609-491A-9934-FA1DFC3369A4}" presName="parentLeftMargin" presStyleLbl="node1" presStyleIdx="0" presStyleCnt="3"/>
      <dgm:spPr/>
    </dgm:pt>
    <dgm:pt modelId="{B5E10C58-B011-4A7F-9B73-7D712EB5EA9B}" type="pres">
      <dgm:prSet presAssocID="{BE35ABD9-E609-491A-9934-FA1DFC3369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5EB38A-8197-407F-832A-12F18BF49429}" type="pres">
      <dgm:prSet presAssocID="{BE35ABD9-E609-491A-9934-FA1DFC3369A4}" presName="negativeSpace" presStyleCnt="0"/>
      <dgm:spPr/>
    </dgm:pt>
    <dgm:pt modelId="{8E42F2CD-A216-40BF-B599-33ADB659CD14}" type="pres">
      <dgm:prSet presAssocID="{BE35ABD9-E609-491A-9934-FA1DFC3369A4}" presName="childText" presStyleLbl="conFgAcc1" presStyleIdx="1" presStyleCnt="3">
        <dgm:presLayoutVars>
          <dgm:bulletEnabled val="1"/>
        </dgm:presLayoutVars>
      </dgm:prSet>
      <dgm:spPr/>
    </dgm:pt>
    <dgm:pt modelId="{61B9948F-9721-49F6-ABFE-8E4EB1621806}" type="pres">
      <dgm:prSet presAssocID="{A52F8ECC-B7ED-4765-B5EE-49595E84CB99}" presName="spaceBetweenRectangles" presStyleCnt="0"/>
      <dgm:spPr/>
    </dgm:pt>
    <dgm:pt modelId="{99AB71B4-8197-437E-8C63-2897E4069C23}" type="pres">
      <dgm:prSet presAssocID="{DE6FEDF0-10D3-4E86-9A59-E0ED9D062968}" presName="parentLin" presStyleCnt="0"/>
      <dgm:spPr/>
    </dgm:pt>
    <dgm:pt modelId="{82C6AA60-6898-4AB9-A4A5-82B85B8732E1}" type="pres">
      <dgm:prSet presAssocID="{DE6FEDF0-10D3-4E86-9A59-E0ED9D062968}" presName="parentLeftMargin" presStyleLbl="node1" presStyleIdx="1" presStyleCnt="3"/>
      <dgm:spPr/>
    </dgm:pt>
    <dgm:pt modelId="{41EF97B3-DC73-4E89-9191-A6250B2B214D}" type="pres">
      <dgm:prSet presAssocID="{DE6FEDF0-10D3-4E86-9A59-E0ED9D06296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FE3A990-F4EB-41A0-A7B2-EE10A1ED1E0A}" type="pres">
      <dgm:prSet presAssocID="{DE6FEDF0-10D3-4E86-9A59-E0ED9D062968}" presName="negativeSpace" presStyleCnt="0"/>
      <dgm:spPr/>
    </dgm:pt>
    <dgm:pt modelId="{BDC56E9A-0CE1-4490-AF97-97A6DF3FE5D9}" type="pres">
      <dgm:prSet presAssocID="{DE6FEDF0-10D3-4E86-9A59-E0ED9D06296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4BE4A08-BB77-41BE-8F94-20424F5F6F37}" type="presOf" srcId="{DE6FEDF0-10D3-4E86-9A59-E0ED9D062968}" destId="{41EF97B3-DC73-4E89-9191-A6250B2B214D}" srcOrd="1" destOrd="0" presId="urn:microsoft.com/office/officeart/2005/8/layout/list1"/>
    <dgm:cxn modelId="{6FB1F00A-C06D-4092-AA8A-16C3698F31B3}" type="presOf" srcId="{AD39D2AE-C774-4E7C-9313-14DAD045ED5F}" destId="{433EB495-BBB1-4B27-96D0-613376DD9944}" srcOrd="0" destOrd="0" presId="urn:microsoft.com/office/officeart/2005/8/layout/list1"/>
    <dgm:cxn modelId="{25256713-3DB3-4632-B922-98F72B2E1BAD}" type="presOf" srcId="{DE6FEDF0-10D3-4E86-9A59-E0ED9D062968}" destId="{82C6AA60-6898-4AB9-A4A5-82B85B8732E1}" srcOrd="0" destOrd="0" presId="urn:microsoft.com/office/officeart/2005/8/layout/list1"/>
    <dgm:cxn modelId="{FA677D1F-26E6-4513-B4BF-366C11AF03E1}" srcId="{DE6FEDF0-10D3-4E86-9A59-E0ED9D062968}" destId="{8737659D-EC66-4483-A2D0-422740230CEF}" srcOrd="1" destOrd="0" parTransId="{BB8C2D8E-D796-4B7D-908D-10F68282C43E}" sibTransId="{D6C38212-024A-44E5-B8B4-A55449690936}"/>
    <dgm:cxn modelId="{6C6C5A24-A4D2-4706-BD47-253606299829}" srcId="{DE6FEDF0-10D3-4E86-9A59-E0ED9D062968}" destId="{7AD70ECA-8125-422D-BFA5-8C7A5FC4EBB3}" srcOrd="3" destOrd="0" parTransId="{B379E844-5CE2-43A3-9B88-96EECB431491}" sibTransId="{1797A8DE-2FE1-489B-B6AB-9C233EC2674F}"/>
    <dgm:cxn modelId="{74270731-3178-4982-B744-A7F6FFF7DCB9}" type="presOf" srcId="{8737659D-EC66-4483-A2D0-422740230CEF}" destId="{BDC56E9A-0CE1-4490-AF97-97A6DF3FE5D9}" srcOrd="0" destOrd="1" presId="urn:microsoft.com/office/officeart/2005/8/layout/list1"/>
    <dgm:cxn modelId="{A06DFC31-9FAD-4E80-A86F-5A37250C2D68}" srcId="{CBA5076E-B98C-4B61-AF1C-14EC4FAFFCA4}" destId="{5C52C9A3-3FA8-48B0-A0FC-DB798AA3F710}" srcOrd="3" destOrd="0" parTransId="{ABDEC3AD-E5AD-45CE-9D2C-BE174E22DB1D}" sibTransId="{7D53BBE6-D82A-437A-8FD4-B0F8CA1CAA85}"/>
    <dgm:cxn modelId="{21EB593C-3EC3-4565-8B60-548EA5010C14}" srcId="{CF0FAE2A-2DBD-4DC4-9F41-034E9BA3086E}" destId="{CBA5076E-B98C-4B61-AF1C-14EC4FAFFCA4}" srcOrd="0" destOrd="0" parTransId="{7E9A5C65-C436-42C3-A618-7EBB4F09B2BB}" sibTransId="{44AE7460-178C-4D74-815A-CA0C4A0DAF88}"/>
    <dgm:cxn modelId="{CE2A0B5F-8F59-4C9A-9385-2160BE705905}" srcId="{CBA5076E-B98C-4B61-AF1C-14EC4FAFFCA4}" destId="{96E2727F-BAE4-4734-AA22-7CE85E27697B}" srcOrd="1" destOrd="0" parTransId="{2AA281BB-8134-4826-BF8F-692B214C52C3}" sibTransId="{7141E37D-8C9D-462A-8C91-3442ABFFD639}"/>
    <dgm:cxn modelId="{F4407D42-55C0-45FB-93C4-A86317DA5BA5}" type="presOf" srcId="{CBA5076E-B98C-4B61-AF1C-14EC4FAFFCA4}" destId="{DB270C31-3A41-44DA-ACE5-1B4CE12754F6}" srcOrd="1" destOrd="0" presId="urn:microsoft.com/office/officeart/2005/8/layout/list1"/>
    <dgm:cxn modelId="{40724E68-3FDF-4E7A-BBC5-49317B586462}" srcId="{CBA5076E-B98C-4B61-AF1C-14EC4FAFFCA4}" destId="{F1646FF6-0CFF-42DC-A313-49D8B315093B}" srcOrd="2" destOrd="0" parTransId="{136C90DE-1BC0-46A3-A8F2-434CF6C8F52E}" sibTransId="{C9A1C170-BBF1-4CBC-AF23-5066562E6373}"/>
    <dgm:cxn modelId="{CD897168-1DC3-45AB-AC10-20963391F2DB}" srcId="{BE35ABD9-E609-491A-9934-FA1DFC3369A4}" destId="{4CD3BCF5-AF52-4302-99F8-2AC6CA6E683C}" srcOrd="0" destOrd="0" parTransId="{E6452C3B-7DB8-47FA-A0CA-A93B790C7E5E}" sibTransId="{DBD8E1ED-12AE-44BA-A7B9-3FF055556051}"/>
    <dgm:cxn modelId="{3CBF2D4A-41E7-4CFF-B564-3155A397535C}" type="presOf" srcId="{4CD3BCF5-AF52-4302-99F8-2AC6CA6E683C}" destId="{8E42F2CD-A216-40BF-B599-33ADB659CD14}" srcOrd="0" destOrd="0" presId="urn:microsoft.com/office/officeart/2005/8/layout/list1"/>
    <dgm:cxn modelId="{AD029F6A-24D0-4EE8-9B0B-A9324599C1C6}" type="presOf" srcId="{BE35ABD9-E609-491A-9934-FA1DFC3369A4}" destId="{D7038151-3814-4268-BC47-5FA0EB57C651}" srcOrd="0" destOrd="0" presId="urn:microsoft.com/office/officeart/2005/8/layout/list1"/>
    <dgm:cxn modelId="{0A18A64B-A39D-4B64-9A90-672FA89F824D}" type="presOf" srcId="{5C52C9A3-3FA8-48B0-A0FC-DB798AA3F710}" destId="{433EB495-BBB1-4B27-96D0-613376DD9944}" srcOrd="0" destOrd="3" presId="urn:microsoft.com/office/officeart/2005/8/layout/list1"/>
    <dgm:cxn modelId="{1683B753-BC5F-4E09-BE62-26FC3429D2D7}" srcId="{CF0FAE2A-2DBD-4DC4-9F41-034E9BA3086E}" destId="{DE6FEDF0-10D3-4E86-9A59-E0ED9D062968}" srcOrd="2" destOrd="0" parTransId="{E3638B4D-23E2-453C-BA8A-91A0A04F9F64}" sibTransId="{4ACABF54-365A-40E6-A743-259CBB486B51}"/>
    <dgm:cxn modelId="{A990C057-B579-404C-8C79-EEAF6CA9EB50}" type="presOf" srcId="{A16F4243-C203-40D5-9A3A-6A76EF7AF4A1}" destId="{BDC56E9A-0CE1-4490-AF97-97A6DF3FE5D9}" srcOrd="0" destOrd="0" presId="urn:microsoft.com/office/officeart/2005/8/layout/list1"/>
    <dgm:cxn modelId="{12F9E47D-A617-4C40-9761-1C408B4E434F}" type="presOf" srcId="{8DE020F5-7821-4A4F-A379-C26553AB1F38}" destId="{BDC56E9A-0CE1-4490-AF97-97A6DF3FE5D9}" srcOrd="0" destOrd="2" presId="urn:microsoft.com/office/officeart/2005/8/layout/list1"/>
    <dgm:cxn modelId="{1E9B1389-F60F-44AA-8285-6F2280EEFE89}" type="presOf" srcId="{CF0FAE2A-2DBD-4DC4-9F41-034E9BA3086E}" destId="{59F4EE3B-6013-46D1-A58E-3EF2DD4BD54F}" srcOrd="0" destOrd="0" presId="urn:microsoft.com/office/officeart/2005/8/layout/list1"/>
    <dgm:cxn modelId="{AD250A8C-63A8-4256-8B09-3AF3C8471CA1}" srcId="{CBA5076E-B98C-4B61-AF1C-14EC4FAFFCA4}" destId="{AD39D2AE-C774-4E7C-9313-14DAD045ED5F}" srcOrd="0" destOrd="0" parTransId="{E98AC50C-7200-4A6A-9C27-3ED4E9D11AF8}" sibTransId="{312E6E23-D776-4616-80E2-A75875F032E5}"/>
    <dgm:cxn modelId="{3D0A2595-0B57-4D53-BD09-EED3BBD33ACC}" type="presOf" srcId="{96E2727F-BAE4-4734-AA22-7CE85E27697B}" destId="{433EB495-BBB1-4B27-96D0-613376DD9944}" srcOrd="0" destOrd="1" presId="urn:microsoft.com/office/officeart/2005/8/layout/list1"/>
    <dgm:cxn modelId="{FEDDA1A1-FB62-4234-8590-E9A387AA5DAD}" type="presOf" srcId="{F1646FF6-0CFF-42DC-A313-49D8B315093B}" destId="{433EB495-BBB1-4B27-96D0-613376DD9944}" srcOrd="0" destOrd="2" presId="urn:microsoft.com/office/officeart/2005/8/layout/list1"/>
    <dgm:cxn modelId="{03CBC4A9-F5E0-4B23-920E-EE3077D8F62D}" srcId="{DE6FEDF0-10D3-4E86-9A59-E0ED9D062968}" destId="{8DE020F5-7821-4A4F-A379-C26553AB1F38}" srcOrd="2" destOrd="0" parTransId="{1B5F1297-369D-4321-BF62-588D37572618}" sibTransId="{AC52A5A7-CA0C-4133-9344-6A269D7B9C77}"/>
    <dgm:cxn modelId="{E65453AC-7DDF-45F9-B2B2-B410DC1A25E3}" type="presOf" srcId="{9AB1534E-4E05-4DC8-97D7-8424AC4EBC8B}" destId="{8E42F2CD-A216-40BF-B599-33ADB659CD14}" srcOrd="0" destOrd="2" presId="urn:microsoft.com/office/officeart/2005/8/layout/list1"/>
    <dgm:cxn modelId="{3EA8CFB2-F278-47E3-853E-340A83184E83}" srcId="{BE35ABD9-E609-491A-9934-FA1DFC3369A4}" destId="{9AB1534E-4E05-4DC8-97D7-8424AC4EBC8B}" srcOrd="2" destOrd="0" parTransId="{5EC99CCA-3634-498C-BD5E-AB792B581789}" sibTransId="{F3E46FB4-622B-4841-B3D7-41589490100D}"/>
    <dgm:cxn modelId="{018DA5BC-09A6-4EC2-8263-FB27DCA69967}" type="presOf" srcId="{BE35ABD9-E609-491A-9934-FA1DFC3369A4}" destId="{B5E10C58-B011-4A7F-9B73-7D712EB5EA9B}" srcOrd="1" destOrd="0" presId="urn:microsoft.com/office/officeart/2005/8/layout/list1"/>
    <dgm:cxn modelId="{3EBE39CB-5337-4201-8046-A84695DB7E67}" srcId="{CF0FAE2A-2DBD-4DC4-9F41-034E9BA3086E}" destId="{BE35ABD9-E609-491A-9934-FA1DFC3369A4}" srcOrd="1" destOrd="0" parTransId="{27CF1EDF-AB71-4F62-9346-2E31D117483C}" sibTransId="{A52F8ECC-B7ED-4765-B5EE-49595E84CB99}"/>
    <dgm:cxn modelId="{968CB4E1-8D1C-4B4F-94B8-6D5FE084D5D1}" srcId="{DE6FEDF0-10D3-4E86-9A59-E0ED9D062968}" destId="{A16F4243-C203-40D5-9A3A-6A76EF7AF4A1}" srcOrd="0" destOrd="0" parTransId="{F07ED663-9153-4329-ACA8-E034C336EDB6}" sibTransId="{3DEDE9B4-B12C-4658-9E75-744D8843B487}"/>
    <dgm:cxn modelId="{C12261E8-70E6-4A83-AE27-B9ED76C52CE7}" srcId="{BE35ABD9-E609-491A-9934-FA1DFC3369A4}" destId="{CB4C5F43-CF28-43F6-A827-B33C7B884CA1}" srcOrd="1" destOrd="0" parTransId="{014BAEE1-88A7-404C-952B-B65D2A5B23D8}" sibTransId="{35291DE5-CEB8-4E71-9DA5-A1A0FB5C2DAD}"/>
    <dgm:cxn modelId="{24858BED-3852-4AC0-BE9C-7E0D912CA532}" type="presOf" srcId="{7AD70ECA-8125-422D-BFA5-8C7A5FC4EBB3}" destId="{BDC56E9A-0CE1-4490-AF97-97A6DF3FE5D9}" srcOrd="0" destOrd="3" presId="urn:microsoft.com/office/officeart/2005/8/layout/list1"/>
    <dgm:cxn modelId="{485F42EE-B08B-478F-803A-39D79A1E8C0D}" type="presOf" srcId="{CBA5076E-B98C-4B61-AF1C-14EC4FAFFCA4}" destId="{18BE235F-FF0A-495F-88D8-DC552D1B8C4A}" srcOrd="0" destOrd="0" presId="urn:microsoft.com/office/officeart/2005/8/layout/list1"/>
    <dgm:cxn modelId="{5B57A5F8-264A-49E0-9D50-8A5671D25627}" type="presOf" srcId="{CB4C5F43-CF28-43F6-A827-B33C7B884CA1}" destId="{8E42F2CD-A216-40BF-B599-33ADB659CD14}" srcOrd="0" destOrd="1" presId="urn:microsoft.com/office/officeart/2005/8/layout/list1"/>
    <dgm:cxn modelId="{ECF30948-50BA-4D9F-BB15-7FE3A8549996}" type="presParOf" srcId="{59F4EE3B-6013-46D1-A58E-3EF2DD4BD54F}" destId="{119AAE74-AFD1-42AA-9AC7-7A2C07F4D959}" srcOrd="0" destOrd="0" presId="urn:microsoft.com/office/officeart/2005/8/layout/list1"/>
    <dgm:cxn modelId="{A7D643C3-4566-46DD-9E95-92BFB1CCC2FC}" type="presParOf" srcId="{119AAE74-AFD1-42AA-9AC7-7A2C07F4D959}" destId="{18BE235F-FF0A-495F-88D8-DC552D1B8C4A}" srcOrd="0" destOrd="0" presId="urn:microsoft.com/office/officeart/2005/8/layout/list1"/>
    <dgm:cxn modelId="{9C15F6BB-E8AD-4F1D-ADEE-6116D5451E6D}" type="presParOf" srcId="{119AAE74-AFD1-42AA-9AC7-7A2C07F4D959}" destId="{DB270C31-3A41-44DA-ACE5-1B4CE12754F6}" srcOrd="1" destOrd="0" presId="urn:microsoft.com/office/officeart/2005/8/layout/list1"/>
    <dgm:cxn modelId="{3B8F9DBB-9B8F-46FB-B936-66E4B0DA040E}" type="presParOf" srcId="{59F4EE3B-6013-46D1-A58E-3EF2DD4BD54F}" destId="{A290CA4B-5876-4C80-992E-D780BA4BE4C3}" srcOrd="1" destOrd="0" presId="urn:microsoft.com/office/officeart/2005/8/layout/list1"/>
    <dgm:cxn modelId="{507E2705-E154-425F-A2F3-D1A3627AAB8F}" type="presParOf" srcId="{59F4EE3B-6013-46D1-A58E-3EF2DD4BD54F}" destId="{433EB495-BBB1-4B27-96D0-613376DD9944}" srcOrd="2" destOrd="0" presId="urn:microsoft.com/office/officeart/2005/8/layout/list1"/>
    <dgm:cxn modelId="{503F7071-59AC-4358-88D1-921F91C56BC2}" type="presParOf" srcId="{59F4EE3B-6013-46D1-A58E-3EF2DD4BD54F}" destId="{8F030353-F360-4FFA-BFA6-99E0CA4A98FE}" srcOrd="3" destOrd="0" presId="urn:microsoft.com/office/officeart/2005/8/layout/list1"/>
    <dgm:cxn modelId="{79627E86-838B-4B92-8A37-424B69B20C0C}" type="presParOf" srcId="{59F4EE3B-6013-46D1-A58E-3EF2DD4BD54F}" destId="{C6471A39-FFD0-4E22-8337-32417B0997F6}" srcOrd="4" destOrd="0" presId="urn:microsoft.com/office/officeart/2005/8/layout/list1"/>
    <dgm:cxn modelId="{68D849DB-84A7-44F1-AD71-2B1CCB3ECF4B}" type="presParOf" srcId="{C6471A39-FFD0-4E22-8337-32417B0997F6}" destId="{D7038151-3814-4268-BC47-5FA0EB57C651}" srcOrd="0" destOrd="0" presId="urn:microsoft.com/office/officeart/2005/8/layout/list1"/>
    <dgm:cxn modelId="{4AD9931E-79F5-4BDB-9518-4CABCCF5D42D}" type="presParOf" srcId="{C6471A39-FFD0-4E22-8337-32417B0997F6}" destId="{B5E10C58-B011-4A7F-9B73-7D712EB5EA9B}" srcOrd="1" destOrd="0" presId="urn:microsoft.com/office/officeart/2005/8/layout/list1"/>
    <dgm:cxn modelId="{ADC903DC-647A-4CCB-8D6E-88C43BFF8170}" type="presParOf" srcId="{59F4EE3B-6013-46D1-A58E-3EF2DD4BD54F}" destId="{905EB38A-8197-407F-832A-12F18BF49429}" srcOrd="5" destOrd="0" presId="urn:microsoft.com/office/officeart/2005/8/layout/list1"/>
    <dgm:cxn modelId="{A761A032-3953-4E3B-AC3F-969F5164D233}" type="presParOf" srcId="{59F4EE3B-6013-46D1-A58E-3EF2DD4BD54F}" destId="{8E42F2CD-A216-40BF-B599-33ADB659CD14}" srcOrd="6" destOrd="0" presId="urn:microsoft.com/office/officeart/2005/8/layout/list1"/>
    <dgm:cxn modelId="{A04C22E6-D61F-4B6B-A3C6-5374B24144CE}" type="presParOf" srcId="{59F4EE3B-6013-46D1-A58E-3EF2DD4BD54F}" destId="{61B9948F-9721-49F6-ABFE-8E4EB1621806}" srcOrd="7" destOrd="0" presId="urn:microsoft.com/office/officeart/2005/8/layout/list1"/>
    <dgm:cxn modelId="{FB7F1253-07B4-4024-B7A5-2F53F6258F14}" type="presParOf" srcId="{59F4EE3B-6013-46D1-A58E-3EF2DD4BD54F}" destId="{99AB71B4-8197-437E-8C63-2897E4069C23}" srcOrd="8" destOrd="0" presId="urn:microsoft.com/office/officeart/2005/8/layout/list1"/>
    <dgm:cxn modelId="{4FE7D7E2-42EB-423F-8E4D-6AB51BADA251}" type="presParOf" srcId="{99AB71B4-8197-437E-8C63-2897E4069C23}" destId="{82C6AA60-6898-4AB9-A4A5-82B85B8732E1}" srcOrd="0" destOrd="0" presId="urn:microsoft.com/office/officeart/2005/8/layout/list1"/>
    <dgm:cxn modelId="{F8A96A2C-AF1A-4E4A-A370-4A0CD1FC8BCB}" type="presParOf" srcId="{99AB71B4-8197-437E-8C63-2897E4069C23}" destId="{41EF97B3-DC73-4E89-9191-A6250B2B214D}" srcOrd="1" destOrd="0" presId="urn:microsoft.com/office/officeart/2005/8/layout/list1"/>
    <dgm:cxn modelId="{95B7DA90-0B46-4F08-AF94-BA7EE52800BC}" type="presParOf" srcId="{59F4EE3B-6013-46D1-A58E-3EF2DD4BD54F}" destId="{EFE3A990-F4EB-41A0-A7B2-EE10A1ED1E0A}" srcOrd="9" destOrd="0" presId="urn:microsoft.com/office/officeart/2005/8/layout/list1"/>
    <dgm:cxn modelId="{E1BBD1DC-7CEE-43FC-BDA1-43EB1E415DA5}" type="presParOf" srcId="{59F4EE3B-6013-46D1-A58E-3EF2DD4BD54F}" destId="{BDC56E9A-0CE1-4490-AF97-97A6DF3FE5D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FA631-98C9-4D76-9CE5-842C43905105}">
      <dsp:nvSpPr>
        <dsp:cNvPr id="0" name=""/>
        <dsp:cNvSpPr/>
      </dsp:nvSpPr>
      <dsp:spPr>
        <a:xfrm>
          <a:off x="6918533" y="583369"/>
          <a:ext cx="2536239" cy="253670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0B8F49-2FED-48BF-9C9B-59B5C2EFFBAD}">
      <dsp:nvSpPr>
        <dsp:cNvPr id="0" name=""/>
        <dsp:cNvSpPr/>
      </dsp:nvSpPr>
      <dsp:spPr>
        <a:xfrm>
          <a:off x="7002744" y="667941"/>
          <a:ext cx="2367817" cy="236756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Onboarding</a:t>
          </a:r>
        </a:p>
      </dsp:txBody>
      <dsp:txXfrm>
        <a:off x="7341239" y="1006228"/>
        <a:ext cx="1690826" cy="1690991"/>
      </dsp:txXfrm>
    </dsp:sp>
    <dsp:sp modelId="{8F439A06-E8DD-434B-B97A-81FBC682CF40}">
      <dsp:nvSpPr>
        <dsp:cNvPr id="0" name=""/>
        <dsp:cNvSpPr/>
      </dsp:nvSpPr>
      <dsp:spPr>
        <a:xfrm>
          <a:off x="7002744" y="3166815"/>
          <a:ext cx="2367817" cy="139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Onboarding the Applications /platforms to the new DevSecOps Pipeline framework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Deployment testing and end to end validation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Coaching Application teams and handover of CI/CD actions </a:t>
          </a:r>
        </a:p>
      </dsp:txBody>
      <dsp:txXfrm>
        <a:off x="7002744" y="3166815"/>
        <a:ext cx="2367817" cy="1390538"/>
      </dsp:txXfrm>
    </dsp:sp>
    <dsp:sp modelId="{8BB9B5D7-B28E-459B-BB7F-FEC9C1DED82F}">
      <dsp:nvSpPr>
        <dsp:cNvPr id="0" name=""/>
        <dsp:cNvSpPr/>
      </dsp:nvSpPr>
      <dsp:spPr>
        <a:xfrm rot="2700000">
          <a:off x="4300310" y="586435"/>
          <a:ext cx="2530130" cy="2530130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719DEE-36EC-44FE-8F5D-EBF2A7A766F0}">
      <dsp:nvSpPr>
        <dsp:cNvPr id="0" name=""/>
        <dsp:cNvSpPr/>
      </dsp:nvSpPr>
      <dsp:spPr>
        <a:xfrm>
          <a:off x="4381467" y="667941"/>
          <a:ext cx="2367817" cy="236756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Framework setup</a:t>
          </a:r>
        </a:p>
      </dsp:txBody>
      <dsp:txXfrm>
        <a:off x="4719963" y="1006228"/>
        <a:ext cx="1690826" cy="1690991"/>
      </dsp:txXfrm>
    </dsp:sp>
    <dsp:sp modelId="{D67872E3-0175-4927-A3C8-5A2C6D0CAE18}">
      <dsp:nvSpPr>
        <dsp:cNvPr id="0" name=""/>
        <dsp:cNvSpPr/>
      </dsp:nvSpPr>
      <dsp:spPr>
        <a:xfrm>
          <a:off x="4381467" y="3166815"/>
          <a:ext cx="2367817" cy="139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Create Technology specific templates based on the design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Test and validate all use cases and scenarios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Implement QA and staging and release management requirements </a:t>
          </a:r>
        </a:p>
      </dsp:txBody>
      <dsp:txXfrm>
        <a:off x="4381467" y="3166815"/>
        <a:ext cx="2367817" cy="1390538"/>
      </dsp:txXfrm>
    </dsp:sp>
    <dsp:sp modelId="{514F28D0-4E18-4F14-B636-BD8CC7DCA4CC}">
      <dsp:nvSpPr>
        <dsp:cNvPr id="0" name=""/>
        <dsp:cNvSpPr/>
      </dsp:nvSpPr>
      <dsp:spPr>
        <a:xfrm rot="2700000">
          <a:off x="1679034" y="586435"/>
          <a:ext cx="2530130" cy="2530130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0B6E60-196B-4F1F-B8DD-C0D74D8F013A}">
      <dsp:nvSpPr>
        <dsp:cNvPr id="0" name=""/>
        <dsp:cNvSpPr/>
      </dsp:nvSpPr>
      <dsp:spPr>
        <a:xfrm>
          <a:off x="1760191" y="667941"/>
          <a:ext cx="2367817" cy="236756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Framework Design</a:t>
          </a:r>
        </a:p>
      </dsp:txBody>
      <dsp:txXfrm>
        <a:off x="2098686" y="1006228"/>
        <a:ext cx="1690826" cy="1690991"/>
      </dsp:txXfrm>
    </dsp:sp>
    <dsp:sp modelId="{AFDB3738-4036-4BB7-B595-2F6B9AB64C6A}">
      <dsp:nvSpPr>
        <dsp:cNvPr id="0" name=""/>
        <dsp:cNvSpPr/>
      </dsp:nvSpPr>
      <dsp:spPr>
        <a:xfrm>
          <a:off x="1760191" y="3166815"/>
          <a:ext cx="2367817" cy="1390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Create a detailed CI/CD solution design including DevSecOps principles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Review application roadmap and add Cloud readiness strategies with the solution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Define and agree on release management strategies</a:t>
          </a:r>
        </a:p>
      </dsp:txBody>
      <dsp:txXfrm>
        <a:off x="1760191" y="3166815"/>
        <a:ext cx="2367817" cy="13905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EB495-BBB1-4B27-96D0-613376DD9944}">
      <dsp:nvSpPr>
        <dsp:cNvPr id="0" name=""/>
        <dsp:cNvSpPr/>
      </dsp:nvSpPr>
      <dsp:spPr>
        <a:xfrm>
          <a:off x="0" y="261897"/>
          <a:ext cx="10142032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34" tIns="270764" rIns="78713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Standardization of CI/CD and DevOps processes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Improved DevSecOps maturity in terms of CI, CD, CT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Security integration solution to make way towards cloud transformation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Autonomous release and change management to reduce lead time to production </a:t>
          </a:r>
        </a:p>
      </dsp:txBody>
      <dsp:txXfrm>
        <a:off x="0" y="261897"/>
        <a:ext cx="10142032" cy="1167075"/>
      </dsp:txXfrm>
    </dsp:sp>
    <dsp:sp modelId="{DB270C31-3A41-44DA-ACE5-1B4CE12754F6}">
      <dsp:nvSpPr>
        <dsp:cNvPr id="0" name=""/>
        <dsp:cNvSpPr/>
      </dsp:nvSpPr>
      <dsp:spPr>
        <a:xfrm>
          <a:off x="507101" y="70017"/>
          <a:ext cx="709942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8341" tIns="0" rIns="26834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Improved DevSecOps process &amp; maturity</a:t>
          </a:r>
        </a:p>
      </dsp:txBody>
      <dsp:txXfrm>
        <a:off x="525835" y="88751"/>
        <a:ext cx="7061954" cy="346292"/>
      </dsp:txXfrm>
    </dsp:sp>
    <dsp:sp modelId="{8E42F2CD-A216-40BF-B599-33ADB659CD14}">
      <dsp:nvSpPr>
        <dsp:cNvPr id="0" name=""/>
        <dsp:cNvSpPr/>
      </dsp:nvSpPr>
      <dsp:spPr>
        <a:xfrm>
          <a:off x="0" y="1691052"/>
          <a:ext cx="10142032" cy="962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34" tIns="270764" rIns="78713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Standardized template to quickly onboarding new applications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Organization and architecture guideline enforcement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Flexibility and re-usability of DevOps Processes</a:t>
          </a:r>
        </a:p>
      </dsp:txBody>
      <dsp:txXfrm>
        <a:off x="0" y="1691052"/>
        <a:ext cx="10142032" cy="962325"/>
      </dsp:txXfrm>
    </dsp:sp>
    <dsp:sp modelId="{B5E10C58-B011-4A7F-9B73-7D712EB5EA9B}">
      <dsp:nvSpPr>
        <dsp:cNvPr id="0" name=""/>
        <dsp:cNvSpPr/>
      </dsp:nvSpPr>
      <dsp:spPr>
        <a:xfrm>
          <a:off x="507101" y="1499172"/>
          <a:ext cx="709942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8341" tIns="0" rIns="26834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DevSecOps Framework </a:t>
          </a:r>
        </a:p>
      </dsp:txBody>
      <dsp:txXfrm>
        <a:off x="525835" y="1517906"/>
        <a:ext cx="7061954" cy="346292"/>
      </dsp:txXfrm>
    </dsp:sp>
    <dsp:sp modelId="{BDC56E9A-0CE1-4490-AF97-97A6DF3FE5D9}">
      <dsp:nvSpPr>
        <dsp:cNvPr id="0" name=""/>
        <dsp:cNvSpPr/>
      </dsp:nvSpPr>
      <dsp:spPr>
        <a:xfrm>
          <a:off x="0" y="2915457"/>
          <a:ext cx="10142032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34" tIns="270764" rIns="78713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DevOps Culture  - Application/product teams in control of end to end delivery of new features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With templates , easy self service based onboarding of new applications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Reusable pipeline as code – reduces overall operational overhead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Flexible release cycles </a:t>
          </a:r>
        </a:p>
      </dsp:txBody>
      <dsp:txXfrm>
        <a:off x="0" y="2915457"/>
        <a:ext cx="10142032" cy="1167075"/>
      </dsp:txXfrm>
    </dsp:sp>
    <dsp:sp modelId="{41EF97B3-DC73-4E89-9191-A6250B2B214D}">
      <dsp:nvSpPr>
        <dsp:cNvPr id="0" name=""/>
        <dsp:cNvSpPr/>
      </dsp:nvSpPr>
      <dsp:spPr>
        <a:xfrm>
          <a:off x="507101" y="2723577"/>
          <a:ext cx="709942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8341" tIns="0" rIns="26834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Flexibility , reusability and Autonomy </a:t>
          </a:r>
        </a:p>
      </dsp:txBody>
      <dsp:txXfrm>
        <a:off x="525835" y="2742311"/>
        <a:ext cx="7061954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BFB815-891A-4D33-A145-40E49F6DBB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A60AA-5969-4717-B55A-2FD29CDE47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2A3C2-AC8B-4409-B478-4EBD18497F63}" type="datetimeFigureOut">
              <a:rPr lang="en-US" smtClean="0"/>
              <a:t>9/22/2022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9819-408D-4DE1-8878-6C398C7465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B7002-59FF-42B6-BF8F-62E6839160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A9C8E-8A72-4AFE-9DEB-28FEC6BA1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65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8F1F4-0F72-484D-A347-C9DB165DFDFF}" type="datetimeFigureOut">
              <a:rPr lang="en-US" smtClean="0"/>
              <a:t>9/22/2022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AFD66-2597-4960-86E3-D00E2B43A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43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3B77DD-25FA-4E00-A89E-457DC2A9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54639"/>
            <a:ext cx="8965524" cy="4524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600" b="1">
                <a:solidFill>
                  <a:srgbClr val="4D4D4D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176B84BB-8166-4B13-B3B9-5029860D40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22BAE5-E23A-4D1F-BC73-B2A701E53839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02C01-6559-4568-9230-65B1502488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269" y="254639"/>
            <a:ext cx="483482" cy="452432"/>
          </a:xfrm>
          <a:prstGeom prst="rect">
            <a:avLst/>
          </a:prstGeom>
        </p:spPr>
      </p:pic>
      <p:pic>
        <p:nvPicPr>
          <p:cNvPr id="1026" name="Picture 2" descr="Graphic elements - Media Gallery - Belfius">
            <a:extLst>
              <a:ext uri="{FF2B5EF4-FFF2-40B4-BE49-F238E27FC236}">
                <a16:creationId xmlns:a16="http://schemas.microsoft.com/office/drawing/2014/main" id="{67577DD0-17CE-474D-80BE-E0D93FBAA7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552" y="272439"/>
            <a:ext cx="1022976" cy="43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01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8252609-B95D-47DE-8A98-A0CDCCE3C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962" r="31744"/>
          <a:stretch/>
        </p:blipFill>
        <p:spPr>
          <a:xfrm>
            <a:off x="5239432" y="-1"/>
            <a:ext cx="6952568" cy="66865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19B916A-6B66-4B1D-B095-F08F0D9A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54638"/>
            <a:ext cx="4014791" cy="4524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600" b="1" kern="1200" dirty="0">
                <a:solidFill>
                  <a:srgbClr val="4D4D4D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F5EFD946-4282-40B4-A64E-B841605643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7564" y="342579"/>
            <a:ext cx="5994975" cy="5994975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131EC65-A89A-4F2A-A968-A71BEC02EEA0}"/>
              </a:ext>
            </a:extLst>
          </p:cNvPr>
          <p:cNvSpPr/>
          <p:nvPr userDrawn="1"/>
        </p:nvSpPr>
        <p:spPr>
          <a:xfrm rot="10800000">
            <a:off x="5118103" y="2698522"/>
            <a:ext cx="341010" cy="341010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chemeClr val="accent1"/>
          </a:solidFill>
          <a:ln w="5715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7C5193-8610-4201-9C02-9E331D198075}"/>
              </a:ext>
            </a:extLst>
          </p:cNvPr>
          <p:cNvSpPr/>
          <p:nvPr userDrawn="1"/>
        </p:nvSpPr>
        <p:spPr>
          <a:xfrm rot="10800000">
            <a:off x="11774790" y="5781521"/>
            <a:ext cx="232914" cy="232914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rgbClr val="FC6D1D"/>
          </a:solidFill>
          <a:ln w="5715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9" name="Text Box 16">
            <a:extLst>
              <a:ext uri="{FF2B5EF4-FFF2-40B4-BE49-F238E27FC236}">
                <a16:creationId xmlns:a16="http://schemas.microsoft.com/office/drawing/2014/main" id="{5A6BF732-39DA-4204-9BD2-E14873CDB9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98EC977-D7D0-4DB2-A937-343A53F017D9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D58DFAFC-8E65-467E-818B-2158D6482C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74510" y="1437640"/>
            <a:ext cx="4297680" cy="4297680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275823-130D-4BBE-8609-1513F4A1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54639"/>
            <a:ext cx="9694232" cy="4524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600" b="1" kern="1200" dirty="0">
                <a:solidFill>
                  <a:srgbClr val="4D4D4D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F11ED021-DF21-4003-8B6D-B44D8E1442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308578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8AC639-39B6-4B2F-B0C4-EC22B5695591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4140D0F-5989-4AA2-920E-AC41CE86AB3A}"/>
              </a:ext>
            </a:extLst>
          </p:cNvPr>
          <p:cNvSpPr/>
          <p:nvPr/>
        </p:nvSpPr>
        <p:spPr>
          <a:xfrm>
            <a:off x="11155305" y="4934874"/>
            <a:ext cx="670876" cy="670880"/>
          </a:xfrm>
          <a:custGeom>
            <a:avLst/>
            <a:gdLst>
              <a:gd name="connsiteX0" fmla="*/ 389570 w 389569"/>
              <a:gd name="connsiteY0" fmla="*/ 197168 h 389572"/>
              <a:gd name="connsiteX1" fmla="*/ 197167 w 389569"/>
              <a:gd name="connsiteY1" fmla="*/ 389573 h 389572"/>
              <a:gd name="connsiteX2" fmla="*/ 192404 w 389569"/>
              <a:gd name="connsiteY2" fmla="*/ 389573 h 389572"/>
              <a:gd name="connsiteX3" fmla="*/ 0 w 389569"/>
              <a:gd name="connsiteY3" fmla="*/ 197168 h 389572"/>
              <a:gd name="connsiteX4" fmla="*/ 0 w 389569"/>
              <a:gd name="connsiteY4" fmla="*/ 192405 h 389572"/>
              <a:gd name="connsiteX5" fmla="*/ 192404 w 389569"/>
              <a:gd name="connsiteY5" fmla="*/ 0 h 389572"/>
              <a:gd name="connsiteX6" fmla="*/ 197167 w 389569"/>
              <a:gd name="connsiteY6" fmla="*/ 0 h 389572"/>
              <a:gd name="connsiteX7" fmla="*/ 389570 w 389569"/>
              <a:gd name="connsiteY7" fmla="*/ 192405 h 389572"/>
              <a:gd name="connsiteX8" fmla="*/ 389570 w 389569"/>
              <a:gd name="connsiteY8" fmla="*/ 197168 h 38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569" h="389572">
                <a:moveTo>
                  <a:pt x="389570" y="197168"/>
                </a:moveTo>
                <a:cubicBezTo>
                  <a:pt x="389570" y="303848"/>
                  <a:pt x="302893" y="389573"/>
                  <a:pt x="197167" y="389573"/>
                </a:cubicBezTo>
                <a:lnTo>
                  <a:pt x="192404" y="389573"/>
                </a:lnTo>
                <a:cubicBezTo>
                  <a:pt x="85725" y="389573"/>
                  <a:pt x="0" y="302895"/>
                  <a:pt x="0" y="197168"/>
                </a:cubicBezTo>
                <a:lnTo>
                  <a:pt x="0" y="192405"/>
                </a:lnTo>
                <a:cubicBezTo>
                  <a:pt x="0" y="85725"/>
                  <a:pt x="86677" y="0"/>
                  <a:pt x="192404" y="0"/>
                </a:cubicBezTo>
                <a:lnTo>
                  <a:pt x="197167" y="0"/>
                </a:lnTo>
                <a:cubicBezTo>
                  <a:pt x="303845" y="0"/>
                  <a:pt x="389570" y="86677"/>
                  <a:pt x="389570" y="192405"/>
                </a:cubicBezTo>
                <a:lnTo>
                  <a:pt x="389570" y="197168"/>
                </a:lnTo>
                <a:close/>
              </a:path>
            </a:pathLst>
          </a:custGeom>
          <a:solidFill>
            <a:srgbClr val="FC6D1D"/>
          </a:solidFill>
          <a:ln w="5715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F5C2B6-A652-4D89-989E-FDFA36B50807}"/>
              </a:ext>
            </a:extLst>
          </p:cNvPr>
          <p:cNvSpPr/>
          <p:nvPr/>
        </p:nvSpPr>
        <p:spPr>
          <a:xfrm>
            <a:off x="10652833" y="5422846"/>
            <a:ext cx="266759" cy="266762"/>
          </a:xfrm>
          <a:custGeom>
            <a:avLst/>
            <a:gdLst>
              <a:gd name="connsiteX0" fmla="*/ 409573 w 409572"/>
              <a:gd name="connsiteY0" fmla="*/ 207645 h 409575"/>
              <a:gd name="connsiteX1" fmla="*/ 207644 w 409572"/>
              <a:gd name="connsiteY1" fmla="*/ 409575 h 409575"/>
              <a:gd name="connsiteX2" fmla="*/ 201929 w 409572"/>
              <a:gd name="connsiteY2" fmla="*/ 409575 h 409575"/>
              <a:gd name="connsiteX3" fmla="*/ 0 w 409572"/>
              <a:gd name="connsiteY3" fmla="*/ 207645 h 409575"/>
              <a:gd name="connsiteX4" fmla="*/ 0 w 409572"/>
              <a:gd name="connsiteY4" fmla="*/ 201930 h 409575"/>
              <a:gd name="connsiteX5" fmla="*/ 201929 w 409572"/>
              <a:gd name="connsiteY5" fmla="*/ 0 h 409575"/>
              <a:gd name="connsiteX6" fmla="*/ 207644 w 409572"/>
              <a:gd name="connsiteY6" fmla="*/ 0 h 409575"/>
              <a:gd name="connsiteX7" fmla="*/ 409573 w 409572"/>
              <a:gd name="connsiteY7" fmla="*/ 201930 h 409575"/>
              <a:gd name="connsiteX8" fmla="*/ 409573 w 409572"/>
              <a:gd name="connsiteY8" fmla="*/ 20764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572" h="409575">
                <a:moveTo>
                  <a:pt x="409573" y="207645"/>
                </a:moveTo>
                <a:cubicBezTo>
                  <a:pt x="409573" y="319088"/>
                  <a:pt x="319086" y="409575"/>
                  <a:pt x="207644" y="409575"/>
                </a:cubicBezTo>
                <a:lnTo>
                  <a:pt x="201929" y="409575"/>
                </a:lnTo>
                <a:cubicBezTo>
                  <a:pt x="90487" y="409575"/>
                  <a:pt x="0" y="319088"/>
                  <a:pt x="0" y="207645"/>
                </a:cubicBezTo>
                <a:lnTo>
                  <a:pt x="0" y="201930"/>
                </a:lnTo>
                <a:cubicBezTo>
                  <a:pt x="0" y="90488"/>
                  <a:pt x="90487" y="0"/>
                  <a:pt x="201929" y="0"/>
                </a:cubicBezTo>
                <a:lnTo>
                  <a:pt x="207644" y="0"/>
                </a:lnTo>
                <a:cubicBezTo>
                  <a:pt x="319086" y="0"/>
                  <a:pt x="409573" y="90488"/>
                  <a:pt x="409573" y="201930"/>
                </a:cubicBezTo>
                <a:lnTo>
                  <a:pt x="409573" y="207645"/>
                </a:lnTo>
                <a:close/>
              </a:path>
            </a:pathLst>
          </a:custGeom>
          <a:solidFill>
            <a:schemeClr val="accent2"/>
          </a:solidFill>
          <a:ln w="57150" cap="flat">
            <a:solidFill>
              <a:schemeClr val="bg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E33EF73-3FE2-47ED-90DA-EAC6DF2943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269" y="254639"/>
            <a:ext cx="483482" cy="45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8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6">
            <a:extLst>
              <a:ext uri="{FF2B5EF4-FFF2-40B4-BE49-F238E27FC236}">
                <a16:creationId xmlns:a16="http://schemas.microsoft.com/office/drawing/2014/main" id="{F11ED021-DF21-4003-8B6D-B44D8E1442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8AC639-39B6-4B2F-B0C4-EC22B5695591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24" name="Picture Placeholder 26">
            <a:extLst>
              <a:ext uri="{FF2B5EF4-FFF2-40B4-BE49-F238E27FC236}">
                <a16:creationId xmlns:a16="http://schemas.microsoft.com/office/drawing/2014/main" id="{80502FF7-F74F-455F-85AB-73F5260DECE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90561" y="1188717"/>
            <a:ext cx="5833494" cy="4694204"/>
          </a:xfrm>
          <a:custGeom>
            <a:avLst/>
            <a:gdLst>
              <a:gd name="connsiteX0" fmla="*/ 9601788 w 13191920"/>
              <a:gd name="connsiteY0" fmla="*/ 7737382 h 10615518"/>
              <a:gd name="connsiteX1" fmla="*/ 11040856 w 13191920"/>
              <a:gd name="connsiteY1" fmla="*/ 9176450 h 10615518"/>
              <a:gd name="connsiteX2" fmla="*/ 9601788 w 13191920"/>
              <a:gd name="connsiteY2" fmla="*/ 10615518 h 10615518"/>
              <a:gd name="connsiteX3" fmla="*/ 8162720 w 13191920"/>
              <a:gd name="connsiteY3" fmla="*/ 9176450 h 10615518"/>
              <a:gd name="connsiteX4" fmla="*/ 9601788 w 13191920"/>
              <a:gd name="connsiteY4" fmla="*/ 7737382 h 10615518"/>
              <a:gd name="connsiteX5" fmla="*/ 11210720 w 13191920"/>
              <a:gd name="connsiteY5" fmla="*/ 6078536 h 10615518"/>
              <a:gd name="connsiteX6" fmla="*/ 12201320 w 13191920"/>
              <a:gd name="connsiteY6" fmla="*/ 7069136 h 10615518"/>
              <a:gd name="connsiteX7" fmla="*/ 11210720 w 13191920"/>
              <a:gd name="connsiteY7" fmla="*/ 8059736 h 10615518"/>
              <a:gd name="connsiteX8" fmla="*/ 10220120 w 13191920"/>
              <a:gd name="connsiteY8" fmla="*/ 7069136 h 10615518"/>
              <a:gd name="connsiteX9" fmla="*/ 11210720 w 13191920"/>
              <a:gd name="connsiteY9" fmla="*/ 6078536 h 10615518"/>
              <a:gd name="connsiteX10" fmla="*/ 11804912 w 13191920"/>
              <a:gd name="connsiteY10" fmla="*/ 3923774 h 10615518"/>
              <a:gd name="connsiteX11" fmla="*/ 12766144 w 13191920"/>
              <a:gd name="connsiteY11" fmla="*/ 4885005 h 10615518"/>
              <a:gd name="connsiteX12" fmla="*/ 11804912 w 13191920"/>
              <a:gd name="connsiteY12" fmla="*/ 5846237 h 10615518"/>
              <a:gd name="connsiteX13" fmla="*/ 10843680 w 13191920"/>
              <a:gd name="connsiteY13" fmla="*/ 4885005 h 10615518"/>
              <a:gd name="connsiteX14" fmla="*/ 11804912 w 13191920"/>
              <a:gd name="connsiteY14" fmla="*/ 3923774 h 10615518"/>
              <a:gd name="connsiteX15" fmla="*/ 3298394 w 13191920"/>
              <a:gd name="connsiteY15" fmla="*/ 3830005 h 10615518"/>
              <a:gd name="connsiteX16" fmla="*/ 4153998 w 13191920"/>
              <a:gd name="connsiteY16" fmla="*/ 4171010 h 10615518"/>
              <a:gd name="connsiteX17" fmla="*/ 4153998 w 13191920"/>
              <a:gd name="connsiteY17" fmla="*/ 5876038 h 10615518"/>
              <a:gd name="connsiteX18" fmla="*/ 2328710 w 13191920"/>
              <a:gd name="connsiteY18" fmla="*/ 7694735 h 10615518"/>
              <a:gd name="connsiteX19" fmla="*/ 617502 w 13191920"/>
              <a:gd name="connsiteY19" fmla="*/ 7694735 h 10615518"/>
              <a:gd name="connsiteX20" fmla="*/ 617502 w 13191920"/>
              <a:gd name="connsiteY20" fmla="*/ 5989707 h 10615518"/>
              <a:gd name="connsiteX21" fmla="*/ 2442790 w 13191920"/>
              <a:gd name="connsiteY21" fmla="*/ 4171010 h 10615518"/>
              <a:gd name="connsiteX22" fmla="*/ 3298394 w 13191920"/>
              <a:gd name="connsiteY22" fmla="*/ 3830005 h 10615518"/>
              <a:gd name="connsiteX23" fmla="*/ 8414700 w 13191920"/>
              <a:gd name="connsiteY23" fmla="*/ 2778490 h 10615518"/>
              <a:gd name="connsiteX24" fmla="*/ 9958932 w 13191920"/>
              <a:gd name="connsiteY24" fmla="*/ 3393951 h 10615518"/>
              <a:gd name="connsiteX25" fmla="*/ 9958932 w 13191920"/>
              <a:gd name="connsiteY25" fmla="*/ 6471259 h 10615518"/>
              <a:gd name="connsiteX26" fmla="*/ 6664572 w 13191920"/>
              <a:gd name="connsiteY26" fmla="*/ 9753720 h 10615518"/>
              <a:gd name="connsiteX27" fmla="*/ 3576112 w 13191920"/>
              <a:gd name="connsiteY27" fmla="*/ 9753720 h 10615518"/>
              <a:gd name="connsiteX28" fmla="*/ 3576112 w 13191920"/>
              <a:gd name="connsiteY28" fmla="*/ 6676413 h 10615518"/>
              <a:gd name="connsiteX29" fmla="*/ 6870468 w 13191920"/>
              <a:gd name="connsiteY29" fmla="*/ 3393951 h 10615518"/>
              <a:gd name="connsiteX30" fmla="*/ 8414700 w 13191920"/>
              <a:gd name="connsiteY30" fmla="*/ 2778490 h 10615518"/>
              <a:gd name="connsiteX31" fmla="*/ 3023134 w 13191920"/>
              <a:gd name="connsiteY31" fmla="*/ 477205 h 10615518"/>
              <a:gd name="connsiteX32" fmla="*/ 3878738 w 13191920"/>
              <a:gd name="connsiteY32" fmla="*/ 818211 h 10615518"/>
              <a:gd name="connsiteX33" fmla="*/ 3878738 w 13191920"/>
              <a:gd name="connsiteY33" fmla="*/ 2523238 h 10615518"/>
              <a:gd name="connsiteX34" fmla="*/ 2053450 w 13191920"/>
              <a:gd name="connsiteY34" fmla="*/ 4341935 h 10615518"/>
              <a:gd name="connsiteX35" fmla="*/ 342242 w 13191920"/>
              <a:gd name="connsiteY35" fmla="*/ 4341935 h 10615518"/>
              <a:gd name="connsiteX36" fmla="*/ 342242 w 13191920"/>
              <a:gd name="connsiteY36" fmla="*/ 2636907 h 10615518"/>
              <a:gd name="connsiteX37" fmla="*/ 2167530 w 13191920"/>
              <a:gd name="connsiteY37" fmla="*/ 818211 h 10615518"/>
              <a:gd name="connsiteX38" fmla="*/ 3023134 w 13191920"/>
              <a:gd name="connsiteY38" fmla="*/ 477205 h 10615518"/>
              <a:gd name="connsiteX39" fmla="*/ 6912128 w 13191920"/>
              <a:gd name="connsiteY39" fmla="*/ 172406 h 10615518"/>
              <a:gd name="connsiteX40" fmla="*/ 7767732 w 13191920"/>
              <a:gd name="connsiteY40" fmla="*/ 513411 h 10615518"/>
              <a:gd name="connsiteX41" fmla="*/ 7767732 w 13191920"/>
              <a:gd name="connsiteY41" fmla="*/ 2218438 h 10615518"/>
              <a:gd name="connsiteX42" fmla="*/ 5942443 w 13191920"/>
              <a:gd name="connsiteY42" fmla="*/ 4037135 h 10615518"/>
              <a:gd name="connsiteX43" fmla="*/ 4231235 w 13191920"/>
              <a:gd name="connsiteY43" fmla="*/ 4037135 h 10615518"/>
              <a:gd name="connsiteX44" fmla="*/ 4231235 w 13191920"/>
              <a:gd name="connsiteY44" fmla="*/ 2332107 h 10615518"/>
              <a:gd name="connsiteX45" fmla="*/ 6056523 w 13191920"/>
              <a:gd name="connsiteY45" fmla="*/ 513411 h 10615518"/>
              <a:gd name="connsiteX46" fmla="*/ 6912128 w 13191920"/>
              <a:gd name="connsiteY46" fmla="*/ 172406 h 10615518"/>
              <a:gd name="connsiteX47" fmla="*/ 11333752 w 13191920"/>
              <a:gd name="connsiteY47" fmla="*/ 0 h 10615518"/>
              <a:gd name="connsiteX48" fmla="*/ 13191920 w 13191920"/>
              <a:gd name="connsiteY48" fmla="*/ 1858168 h 10615518"/>
              <a:gd name="connsiteX49" fmla="*/ 11333752 w 13191920"/>
              <a:gd name="connsiteY49" fmla="*/ 3716336 h 10615518"/>
              <a:gd name="connsiteX50" fmla="*/ 9475584 w 13191920"/>
              <a:gd name="connsiteY50" fmla="*/ 1858168 h 10615518"/>
              <a:gd name="connsiteX51" fmla="*/ 11333752 w 13191920"/>
              <a:gd name="connsiteY51" fmla="*/ 0 h 106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3191920" h="10615518">
                <a:moveTo>
                  <a:pt x="9601788" y="7737382"/>
                </a:moveTo>
                <a:cubicBezTo>
                  <a:pt x="10396564" y="7737382"/>
                  <a:pt x="11040856" y="8381675"/>
                  <a:pt x="11040856" y="9176450"/>
                </a:cubicBezTo>
                <a:cubicBezTo>
                  <a:pt x="11040856" y="9971225"/>
                  <a:pt x="10396564" y="10615518"/>
                  <a:pt x="9601788" y="10615518"/>
                </a:cubicBezTo>
                <a:cubicBezTo>
                  <a:pt x="8807016" y="10615518"/>
                  <a:pt x="8162720" y="9971225"/>
                  <a:pt x="8162720" y="9176450"/>
                </a:cubicBezTo>
                <a:cubicBezTo>
                  <a:pt x="8162720" y="8381675"/>
                  <a:pt x="8807016" y="7737382"/>
                  <a:pt x="9601788" y="7737382"/>
                </a:cubicBezTo>
                <a:close/>
                <a:moveTo>
                  <a:pt x="11210720" y="6078536"/>
                </a:moveTo>
                <a:cubicBezTo>
                  <a:pt x="11757816" y="6078536"/>
                  <a:pt x="12201320" y="6522043"/>
                  <a:pt x="12201320" y="7069136"/>
                </a:cubicBezTo>
                <a:cubicBezTo>
                  <a:pt x="12201320" y="7616229"/>
                  <a:pt x="11757816" y="8059736"/>
                  <a:pt x="11210720" y="8059736"/>
                </a:cubicBezTo>
                <a:cubicBezTo>
                  <a:pt x="10663628" y="8059736"/>
                  <a:pt x="10220120" y="7616229"/>
                  <a:pt x="10220120" y="7069136"/>
                </a:cubicBezTo>
                <a:cubicBezTo>
                  <a:pt x="10220120" y="6522043"/>
                  <a:pt x="10663628" y="6078536"/>
                  <a:pt x="11210720" y="6078536"/>
                </a:cubicBezTo>
                <a:close/>
                <a:moveTo>
                  <a:pt x="11804912" y="3923774"/>
                </a:moveTo>
                <a:cubicBezTo>
                  <a:pt x="12335784" y="3923774"/>
                  <a:pt x="12766144" y="4354131"/>
                  <a:pt x="12766144" y="4885005"/>
                </a:cubicBezTo>
                <a:cubicBezTo>
                  <a:pt x="12766144" y="5415879"/>
                  <a:pt x="12335784" y="5846237"/>
                  <a:pt x="11804912" y="5846237"/>
                </a:cubicBezTo>
                <a:cubicBezTo>
                  <a:pt x="11274036" y="5846237"/>
                  <a:pt x="10843680" y="5415879"/>
                  <a:pt x="10843680" y="4885005"/>
                </a:cubicBezTo>
                <a:cubicBezTo>
                  <a:pt x="10843680" y="4354131"/>
                  <a:pt x="11274036" y="3923774"/>
                  <a:pt x="11804912" y="3923774"/>
                </a:cubicBezTo>
                <a:close/>
                <a:moveTo>
                  <a:pt x="3298394" y="3830005"/>
                </a:moveTo>
                <a:cubicBezTo>
                  <a:pt x="3612116" y="3830004"/>
                  <a:pt x="3925837" y="3943673"/>
                  <a:pt x="4153998" y="4171010"/>
                </a:cubicBezTo>
                <a:cubicBezTo>
                  <a:pt x="4610320" y="4625686"/>
                  <a:pt x="4610320" y="5307696"/>
                  <a:pt x="4153998" y="5876038"/>
                </a:cubicBezTo>
                <a:cubicBezTo>
                  <a:pt x="4153998" y="5876038"/>
                  <a:pt x="4153998" y="5876038"/>
                  <a:pt x="2328710" y="7694735"/>
                </a:cubicBezTo>
                <a:cubicBezTo>
                  <a:pt x="1872388" y="8149409"/>
                  <a:pt x="1073824" y="8149409"/>
                  <a:pt x="617502" y="7694735"/>
                </a:cubicBezTo>
                <a:cubicBezTo>
                  <a:pt x="161180" y="7126392"/>
                  <a:pt x="161180" y="6444381"/>
                  <a:pt x="617502" y="5989707"/>
                </a:cubicBezTo>
                <a:cubicBezTo>
                  <a:pt x="617502" y="5989707"/>
                  <a:pt x="617502" y="5989707"/>
                  <a:pt x="2442790" y="4171010"/>
                </a:cubicBezTo>
                <a:cubicBezTo>
                  <a:pt x="2670951" y="3943673"/>
                  <a:pt x="2984673" y="3830004"/>
                  <a:pt x="3298394" y="3830005"/>
                </a:cubicBezTo>
                <a:close/>
                <a:moveTo>
                  <a:pt x="8414700" y="2778490"/>
                </a:moveTo>
                <a:cubicBezTo>
                  <a:pt x="8980920" y="2778490"/>
                  <a:pt x="9547136" y="2983644"/>
                  <a:pt x="9958932" y="3393951"/>
                </a:cubicBezTo>
                <a:cubicBezTo>
                  <a:pt x="10782520" y="4214567"/>
                  <a:pt x="10782520" y="5445490"/>
                  <a:pt x="9958932" y="6471259"/>
                </a:cubicBezTo>
                <a:cubicBezTo>
                  <a:pt x="9958932" y="6471259"/>
                  <a:pt x="9958932" y="6471259"/>
                  <a:pt x="6664572" y="9753720"/>
                </a:cubicBezTo>
                <a:cubicBezTo>
                  <a:pt x="5840983" y="10574336"/>
                  <a:pt x="4399701" y="10574336"/>
                  <a:pt x="3576112" y="9753720"/>
                </a:cubicBezTo>
                <a:cubicBezTo>
                  <a:pt x="2752522" y="8727952"/>
                  <a:pt x="2752522" y="7497028"/>
                  <a:pt x="3576112" y="6676413"/>
                </a:cubicBezTo>
                <a:cubicBezTo>
                  <a:pt x="3576112" y="6676413"/>
                  <a:pt x="3576112" y="6676413"/>
                  <a:pt x="6870468" y="3393951"/>
                </a:cubicBezTo>
                <a:cubicBezTo>
                  <a:pt x="7282264" y="2983644"/>
                  <a:pt x="7848484" y="2778490"/>
                  <a:pt x="8414700" y="2778490"/>
                </a:cubicBezTo>
                <a:close/>
                <a:moveTo>
                  <a:pt x="3023134" y="477205"/>
                </a:moveTo>
                <a:cubicBezTo>
                  <a:pt x="3336856" y="477205"/>
                  <a:pt x="3650577" y="590873"/>
                  <a:pt x="3878738" y="818211"/>
                </a:cubicBezTo>
                <a:cubicBezTo>
                  <a:pt x="4335060" y="1272885"/>
                  <a:pt x="4335060" y="1954895"/>
                  <a:pt x="3878738" y="2523238"/>
                </a:cubicBezTo>
                <a:cubicBezTo>
                  <a:pt x="3878738" y="2523238"/>
                  <a:pt x="3878738" y="2523238"/>
                  <a:pt x="2053450" y="4341935"/>
                </a:cubicBezTo>
                <a:cubicBezTo>
                  <a:pt x="1597128" y="4796609"/>
                  <a:pt x="798564" y="4796609"/>
                  <a:pt x="342242" y="4341935"/>
                </a:cubicBezTo>
                <a:cubicBezTo>
                  <a:pt x="-114080" y="3773592"/>
                  <a:pt x="-114080" y="3091581"/>
                  <a:pt x="342242" y="2636907"/>
                </a:cubicBezTo>
                <a:cubicBezTo>
                  <a:pt x="342242" y="2636907"/>
                  <a:pt x="342242" y="2636907"/>
                  <a:pt x="2167530" y="818211"/>
                </a:cubicBezTo>
                <a:cubicBezTo>
                  <a:pt x="2395691" y="590873"/>
                  <a:pt x="2709413" y="477205"/>
                  <a:pt x="3023134" y="477205"/>
                </a:cubicBezTo>
                <a:close/>
                <a:moveTo>
                  <a:pt x="6912128" y="172406"/>
                </a:moveTo>
                <a:cubicBezTo>
                  <a:pt x="7225848" y="172406"/>
                  <a:pt x="7539572" y="286074"/>
                  <a:pt x="7767732" y="513411"/>
                </a:cubicBezTo>
                <a:cubicBezTo>
                  <a:pt x="8224052" y="968085"/>
                  <a:pt x="8224052" y="1650097"/>
                  <a:pt x="7767732" y="2218438"/>
                </a:cubicBezTo>
                <a:cubicBezTo>
                  <a:pt x="7767732" y="2218438"/>
                  <a:pt x="7767732" y="2218438"/>
                  <a:pt x="5942443" y="4037135"/>
                </a:cubicBezTo>
                <a:cubicBezTo>
                  <a:pt x="5486121" y="4491809"/>
                  <a:pt x="4687557" y="4491809"/>
                  <a:pt x="4231235" y="4037135"/>
                </a:cubicBezTo>
                <a:cubicBezTo>
                  <a:pt x="3774913" y="3468792"/>
                  <a:pt x="3774913" y="2786781"/>
                  <a:pt x="4231235" y="2332107"/>
                </a:cubicBezTo>
                <a:cubicBezTo>
                  <a:pt x="4231235" y="2332107"/>
                  <a:pt x="4231235" y="2332107"/>
                  <a:pt x="6056523" y="513411"/>
                </a:cubicBezTo>
                <a:cubicBezTo>
                  <a:pt x="6284685" y="286074"/>
                  <a:pt x="6598404" y="172406"/>
                  <a:pt x="6912128" y="172406"/>
                </a:cubicBezTo>
                <a:close/>
                <a:moveTo>
                  <a:pt x="11333752" y="0"/>
                </a:moveTo>
                <a:cubicBezTo>
                  <a:pt x="12359992" y="0"/>
                  <a:pt x="13191920" y="831930"/>
                  <a:pt x="13191920" y="1858168"/>
                </a:cubicBezTo>
                <a:cubicBezTo>
                  <a:pt x="13191920" y="2884406"/>
                  <a:pt x="12359992" y="3716336"/>
                  <a:pt x="11333752" y="3716336"/>
                </a:cubicBezTo>
                <a:cubicBezTo>
                  <a:pt x="10307516" y="3716336"/>
                  <a:pt x="9475584" y="2884406"/>
                  <a:pt x="9475584" y="1858168"/>
                </a:cubicBezTo>
                <a:cubicBezTo>
                  <a:pt x="9475584" y="831930"/>
                  <a:pt x="10307516" y="0"/>
                  <a:pt x="1133375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/>
            </a:lvl1pPr>
          </a:lstStyle>
          <a:p>
            <a:pPr marL="0" lvl="0" indent="0" algn="ctr">
              <a:buNone/>
            </a:pPr>
            <a:r>
              <a:rPr lang="en-US" dirty="0"/>
              <a:t>Replace Image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3621F72-6E1F-4E1B-9D87-CCAF628654AA}"/>
              </a:ext>
            </a:extLst>
          </p:cNvPr>
          <p:cNvSpPr/>
          <p:nvPr userDrawn="1"/>
        </p:nvSpPr>
        <p:spPr>
          <a:xfrm rot="10800000">
            <a:off x="8839200" y="5293360"/>
            <a:ext cx="551542" cy="553720"/>
          </a:xfrm>
          <a:custGeom>
            <a:avLst/>
            <a:gdLst>
              <a:gd name="connsiteX0" fmla="*/ 49154 w 1145580"/>
              <a:gd name="connsiteY0" fmla="*/ 1101489 h 1145580"/>
              <a:gd name="connsiteX1" fmla="*/ 49154 w 1145580"/>
              <a:gd name="connsiteY1" fmla="*/ 1101489 h 1145580"/>
              <a:gd name="connsiteX2" fmla="*/ 49154 w 1145580"/>
              <a:gd name="connsiteY2" fmla="*/ 864380 h 1145580"/>
              <a:gd name="connsiteX3" fmla="*/ 864381 w 1145580"/>
              <a:gd name="connsiteY3" fmla="*/ 49153 h 1145580"/>
              <a:gd name="connsiteX4" fmla="*/ 1101489 w 1145580"/>
              <a:gd name="connsiteY4" fmla="*/ 49153 h 1145580"/>
              <a:gd name="connsiteX5" fmla="*/ 1101489 w 1145580"/>
              <a:gd name="connsiteY5" fmla="*/ 49153 h 1145580"/>
              <a:gd name="connsiteX6" fmla="*/ 1101489 w 1145580"/>
              <a:gd name="connsiteY6" fmla="*/ 286262 h 1145580"/>
              <a:gd name="connsiteX7" fmla="*/ 286262 w 1145580"/>
              <a:gd name="connsiteY7" fmla="*/ 1101489 h 1145580"/>
              <a:gd name="connsiteX8" fmla="*/ 49154 w 1145580"/>
              <a:gd name="connsiteY8" fmla="*/ 1101489 h 11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5580" h="1145580">
                <a:moveTo>
                  <a:pt x="49154" y="1101489"/>
                </a:moveTo>
                <a:lnTo>
                  <a:pt x="49154" y="1101489"/>
                </a:lnTo>
                <a:cubicBezTo>
                  <a:pt x="-16385" y="1035951"/>
                  <a:pt x="-16385" y="929918"/>
                  <a:pt x="49154" y="864380"/>
                </a:cubicBezTo>
                <a:lnTo>
                  <a:pt x="864381" y="49153"/>
                </a:lnTo>
                <a:cubicBezTo>
                  <a:pt x="929918" y="-16384"/>
                  <a:pt x="1035951" y="-16384"/>
                  <a:pt x="1101489" y="49153"/>
                </a:cubicBezTo>
                <a:lnTo>
                  <a:pt x="1101489" y="49153"/>
                </a:lnTo>
                <a:cubicBezTo>
                  <a:pt x="1167027" y="114691"/>
                  <a:pt x="1167027" y="220724"/>
                  <a:pt x="1101489" y="286262"/>
                </a:cubicBezTo>
                <a:lnTo>
                  <a:pt x="286262" y="1101489"/>
                </a:lnTo>
                <a:cubicBezTo>
                  <a:pt x="220724" y="1166494"/>
                  <a:pt x="114158" y="1166494"/>
                  <a:pt x="49154" y="1101489"/>
                </a:cubicBezTo>
                <a:close/>
              </a:path>
            </a:pathLst>
          </a:custGeom>
          <a:solidFill>
            <a:srgbClr val="FFB81A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FC2624B-C53B-479C-8917-4014595F1DCE}"/>
              </a:ext>
            </a:extLst>
          </p:cNvPr>
          <p:cNvSpPr/>
          <p:nvPr userDrawn="1"/>
        </p:nvSpPr>
        <p:spPr>
          <a:xfrm rot="10800000">
            <a:off x="9595411" y="1974681"/>
            <a:ext cx="341010" cy="341010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rgbClr val="EB2A2E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B6F05C1-2652-4614-91D1-A2E8EBBF6623}"/>
              </a:ext>
            </a:extLst>
          </p:cNvPr>
          <p:cNvSpPr/>
          <p:nvPr userDrawn="1"/>
        </p:nvSpPr>
        <p:spPr>
          <a:xfrm rot="10800000">
            <a:off x="11425734" y="2752571"/>
            <a:ext cx="232914" cy="232914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rgbClr val="FC6D1D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22574CE-14F0-4254-8CD8-453FC0C77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269" y="254639"/>
            <a:ext cx="483482" cy="452432"/>
          </a:xfrm>
          <a:prstGeom prst="rect">
            <a:avLst/>
          </a:prstGeom>
        </p:spPr>
      </p:pic>
      <p:pic>
        <p:nvPicPr>
          <p:cNvPr id="2050" name="Picture 2" descr="Graphic elements - Media Gallery - Belfius">
            <a:extLst>
              <a:ext uri="{FF2B5EF4-FFF2-40B4-BE49-F238E27FC236}">
                <a16:creationId xmlns:a16="http://schemas.microsoft.com/office/drawing/2014/main" id="{31360F74-6AFC-4EBF-8EDE-9634A5F984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678" y="192050"/>
            <a:ext cx="1647513" cy="69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8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275823-130D-4BBE-8609-1513F4A1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54639"/>
            <a:ext cx="8965524" cy="4524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600" b="1" kern="1200" dirty="0">
                <a:solidFill>
                  <a:srgbClr val="4D4D4D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F11ED021-DF21-4003-8B6D-B44D8E1442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78AC639-39B6-4B2F-B0C4-EC22B5695591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02850E7E-145E-48AD-AD57-6D265CE3C1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5211" y="1127937"/>
            <a:ext cx="4901301" cy="4694215"/>
          </a:xfrm>
          <a:custGeom>
            <a:avLst/>
            <a:gdLst>
              <a:gd name="connsiteX0" fmla="*/ 10856598 w 12577754"/>
              <a:gd name="connsiteY0" fmla="*/ 9231372 h 12046328"/>
              <a:gd name="connsiteX1" fmla="*/ 11595102 w 12577754"/>
              <a:gd name="connsiteY1" fmla="*/ 9525706 h 12046328"/>
              <a:gd name="connsiteX2" fmla="*/ 11595102 w 12577754"/>
              <a:gd name="connsiteY2" fmla="*/ 10997381 h 12046328"/>
              <a:gd name="connsiteX3" fmla="*/ 11010116 w 12577754"/>
              <a:gd name="connsiteY3" fmla="*/ 11580254 h 12046328"/>
              <a:gd name="connsiteX4" fmla="*/ 10988380 w 12577754"/>
              <a:gd name="connsiteY4" fmla="*/ 11601913 h 12046328"/>
              <a:gd name="connsiteX5" fmla="*/ 10986852 w 12577754"/>
              <a:gd name="connsiteY5" fmla="*/ 11600397 h 12046328"/>
              <a:gd name="connsiteX6" fmla="*/ 10834705 w 12577754"/>
              <a:gd name="connsiteY6" fmla="*/ 11751994 h 12046328"/>
              <a:gd name="connsiteX7" fmla="*/ 9357699 w 12577754"/>
              <a:gd name="connsiteY7" fmla="*/ 11751994 h 12046328"/>
              <a:gd name="connsiteX8" fmla="*/ 9357698 w 12577754"/>
              <a:gd name="connsiteY8" fmla="*/ 10280320 h 12046328"/>
              <a:gd name="connsiteX9" fmla="*/ 10022352 w 12577754"/>
              <a:gd name="connsiteY9" fmla="*/ 9618066 h 12046328"/>
              <a:gd name="connsiteX10" fmla="*/ 10086177 w 12577754"/>
              <a:gd name="connsiteY10" fmla="*/ 9554471 h 12046328"/>
              <a:gd name="connsiteX11" fmla="*/ 10087705 w 12577754"/>
              <a:gd name="connsiteY11" fmla="*/ 9555986 h 12046328"/>
              <a:gd name="connsiteX12" fmla="*/ 10118093 w 12577754"/>
              <a:gd name="connsiteY12" fmla="*/ 9525707 h 12046328"/>
              <a:gd name="connsiteX13" fmla="*/ 10856598 w 12577754"/>
              <a:gd name="connsiteY13" fmla="*/ 9231372 h 12046328"/>
              <a:gd name="connsiteX14" fmla="*/ 8350714 w 12577754"/>
              <a:gd name="connsiteY14" fmla="*/ 8697972 h 12046328"/>
              <a:gd name="connsiteX15" fmla="*/ 9089218 w 12577754"/>
              <a:gd name="connsiteY15" fmla="*/ 8992306 h 12046328"/>
              <a:gd name="connsiteX16" fmla="*/ 9089218 w 12577754"/>
              <a:gd name="connsiteY16" fmla="*/ 10463981 h 12046328"/>
              <a:gd name="connsiteX17" fmla="*/ 8504232 w 12577754"/>
              <a:gd name="connsiteY17" fmla="*/ 11046854 h 12046328"/>
              <a:gd name="connsiteX18" fmla="*/ 8482496 w 12577754"/>
              <a:gd name="connsiteY18" fmla="*/ 11068513 h 12046328"/>
              <a:gd name="connsiteX19" fmla="*/ 8480968 w 12577754"/>
              <a:gd name="connsiteY19" fmla="*/ 11066997 h 12046328"/>
              <a:gd name="connsiteX20" fmla="*/ 8328821 w 12577754"/>
              <a:gd name="connsiteY20" fmla="*/ 11218594 h 12046328"/>
              <a:gd name="connsiteX21" fmla="*/ 6851815 w 12577754"/>
              <a:gd name="connsiteY21" fmla="*/ 11218594 h 12046328"/>
              <a:gd name="connsiteX22" fmla="*/ 6851815 w 12577754"/>
              <a:gd name="connsiteY22" fmla="*/ 9746920 h 12046328"/>
              <a:gd name="connsiteX23" fmla="*/ 7516468 w 12577754"/>
              <a:gd name="connsiteY23" fmla="*/ 9084666 h 12046328"/>
              <a:gd name="connsiteX24" fmla="*/ 7580293 w 12577754"/>
              <a:gd name="connsiteY24" fmla="*/ 9021071 h 12046328"/>
              <a:gd name="connsiteX25" fmla="*/ 7581821 w 12577754"/>
              <a:gd name="connsiteY25" fmla="*/ 9022586 h 12046328"/>
              <a:gd name="connsiteX26" fmla="*/ 7612209 w 12577754"/>
              <a:gd name="connsiteY26" fmla="*/ 8992307 h 12046328"/>
              <a:gd name="connsiteX27" fmla="*/ 8350714 w 12577754"/>
              <a:gd name="connsiteY27" fmla="*/ 8697972 h 12046328"/>
              <a:gd name="connsiteX28" fmla="*/ 11543849 w 12577754"/>
              <a:gd name="connsiteY28" fmla="*/ 5617131 h 12046328"/>
              <a:gd name="connsiteX29" fmla="*/ 12282353 w 12577754"/>
              <a:gd name="connsiteY29" fmla="*/ 5911466 h 12046328"/>
              <a:gd name="connsiteX30" fmla="*/ 12282353 w 12577754"/>
              <a:gd name="connsiteY30" fmla="*/ 7383140 h 12046328"/>
              <a:gd name="connsiteX31" fmla="*/ 10706878 w 12577754"/>
              <a:gd name="connsiteY31" fmla="*/ 8952925 h 12046328"/>
              <a:gd name="connsiteX32" fmla="*/ 9229870 w 12577754"/>
              <a:gd name="connsiteY32" fmla="*/ 8952925 h 12046328"/>
              <a:gd name="connsiteX33" fmla="*/ 9229870 w 12577754"/>
              <a:gd name="connsiteY33" fmla="*/ 7481251 h 12046328"/>
              <a:gd name="connsiteX34" fmla="*/ 10805345 w 12577754"/>
              <a:gd name="connsiteY34" fmla="*/ 5911466 h 12046328"/>
              <a:gd name="connsiteX35" fmla="*/ 11543849 w 12577754"/>
              <a:gd name="connsiteY35" fmla="*/ 5617131 h 12046328"/>
              <a:gd name="connsiteX36" fmla="*/ 1212458 w 12577754"/>
              <a:gd name="connsiteY36" fmla="*/ 4386726 h 12046328"/>
              <a:gd name="connsiteX37" fmla="*/ 2424916 w 12577754"/>
              <a:gd name="connsiteY37" fmla="*/ 5593298 h 12046328"/>
              <a:gd name="connsiteX38" fmla="*/ 1212458 w 12577754"/>
              <a:gd name="connsiteY38" fmla="*/ 6799872 h 12046328"/>
              <a:gd name="connsiteX39" fmla="*/ 0 w 12577754"/>
              <a:gd name="connsiteY39" fmla="*/ 5593298 h 12046328"/>
              <a:gd name="connsiteX40" fmla="*/ 1212458 w 12577754"/>
              <a:gd name="connsiteY40" fmla="*/ 4386726 h 12046328"/>
              <a:gd name="connsiteX41" fmla="*/ 8820147 w 12577754"/>
              <a:gd name="connsiteY41" fmla="*/ 1327314 h 12046328"/>
              <a:gd name="connsiteX42" fmla="*/ 10645052 w 12577754"/>
              <a:gd name="connsiteY42" fmla="*/ 2054639 h 12046328"/>
              <a:gd name="connsiteX43" fmla="*/ 10645052 w 12577754"/>
              <a:gd name="connsiteY43" fmla="*/ 5691267 h 12046328"/>
              <a:gd name="connsiteX44" fmla="*/ 6751922 w 12577754"/>
              <a:gd name="connsiteY44" fmla="*/ 9570337 h 12046328"/>
              <a:gd name="connsiteX45" fmla="*/ 3102115 w 12577754"/>
              <a:gd name="connsiteY45" fmla="*/ 9570337 h 12046328"/>
              <a:gd name="connsiteX46" fmla="*/ 3102115 w 12577754"/>
              <a:gd name="connsiteY46" fmla="*/ 5933709 h 12046328"/>
              <a:gd name="connsiteX47" fmla="*/ 6995243 w 12577754"/>
              <a:gd name="connsiteY47" fmla="*/ 2054639 h 12046328"/>
              <a:gd name="connsiteX48" fmla="*/ 8820147 w 12577754"/>
              <a:gd name="connsiteY48" fmla="*/ 1327314 h 12046328"/>
              <a:gd name="connsiteX49" fmla="*/ 5320865 w 12577754"/>
              <a:gd name="connsiteY49" fmla="*/ 0 h 12046328"/>
              <a:gd name="connsiteX50" fmla="*/ 6331980 w 12577754"/>
              <a:gd name="connsiteY50" fmla="*/ 402986 h 12046328"/>
              <a:gd name="connsiteX51" fmla="*/ 6331980 w 12577754"/>
              <a:gd name="connsiteY51" fmla="*/ 2417914 h 12046328"/>
              <a:gd name="connsiteX52" fmla="*/ 4174933 w 12577754"/>
              <a:gd name="connsiteY52" fmla="*/ 4567170 h 12046328"/>
              <a:gd name="connsiteX53" fmla="*/ 2152704 w 12577754"/>
              <a:gd name="connsiteY53" fmla="*/ 4567170 h 12046328"/>
              <a:gd name="connsiteX54" fmla="*/ 2152704 w 12577754"/>
              <a:gd name="connsiteY54" fmla="*/ 2552243 h 12046328"/>
              <a:gd name="connsiteX55" fmla="*/ 4309751 w 12577754"/>
              <a:gd name="connsiteY55" fmla="*/ 402986 h 12046328"/>
              <a:gd name="connsiteX56" fmla="*/ 5320865 w 12577754"/>
              <a:gd name="connsiteY56" fmla="*/ 0 h 1204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2577754" h="12046328">
                <a:moveTo>
                  <a:pt x="10856598" y="9231372"/>
                </a:moveTo>
                <a:cubicBezTo>
                  <a:pt x="11127382" y="9231371"/>
                  <a:pt x="11398167" y="9329484"/>
                  <a:pt x="11595102" y="9525706"/>
                </a:cubicBezTo>
                <a:cubicBezTo>
                  <a:pt x="11988970" y="9918153"/>
                  <a:pt x="11988969" y="10506823"/>
                  <a:pt x="11595102" y="10997381"/>
                </a:cubicBezTo>
                <a:cubicBezTo>
                  <a:pt x="11595102" y="10997381"/>
                  <a:pt x="11595102" y="10997381"/>
                  <a:pt x="11010116" y="11580254"/>
                </a:cubicBezTo>
                <a:lnTo>
                  <a:pt x="10988380" y="11601913"/>
                </a:lnTo>
                <a:lnTo>
                  <a:pt x="10986852" y="11600397"/>
                </a:lnTo>
                <a:lnTo>
                  <a:pt x="10834705" y="11751994"/>
                </a:lnTo>
                <a:cubicBezTo>
                  <a:pt x="10440838" y="12144440"/>
                  <a:pt x="9751567" y="12144440"/>
                  <a:pt x="9357699" y="11751994"/>
                </a:cubicBezTo>
                <a:cubicBezTo>
                  <a:pt x="8963828" y="11261436"/>
                  <a:pt x="8963829" y="10672766"/>
                  <a:pt x="9357698" y="10280320"/>
                </a:cubicBezTo>
                <a:cubicBezTo>
                  <a:pt x="9357698" y="10280320"/>
                  <a:pt x="9357698" y="10280320"/>
                  <a:pt x="10022352" y="9618066"/>
                </a:cubicBezTo>
                <a:lnTo>
                  <a:pt x="10086177" y="9554471"/>
                </a:lnTo>
                <a:lnTo>
                  <a:pt x="10087705" y="9555986"/>
                </a:lnTo>
                <a:lnTo>
                  <a:pt x="10118093" y="9525707"/>
                </a:lnTo>
                <a:cubicBezTo>
                  <a:pt x="10315029" y="9329483"/>
                  <a:pt x="10585813" y="9231371"/>
                  <a:pt x="10856598" y="9231372"/>
                </a:cubicBezTo>
                <a:close/>
                <a:moveTo>
                  <a:pt x="8350714" y="8697972"/>
                </a:moveTo>
                <a:cubicBezTo>
                  <a:pt x="8621498" y="8697971"/>
                  <a:pt x="8892283" y="8796084"/>
                  <a:pt x="9089218" y="8992306"/>
                </a:cubicBezTo>
                <a:cubicBezTo>
                  <a:pt x="9483086" y="9384753"/>
                  <a:pt x="9483085" y="9973423"/>
                  <a:pt x="9089218" y="10463981"/>
                </a:cubicBezTo>
                <a:cubicBezTo>
                  <a:pt x="9089218" y="10463981"/>
                  <a:pt x="9089218" y="10463981"/>
                  <a:pt x="8504232" y="11046854"/>
                </a:cubicBezTo>
                <a:lnTo>
                  <a:pt x="8482496" y="11068513"/>
                </a:lnTo>
                <a:lnTo>
                  <a:pt x="8480968" y="11066997"/>
                </a:lnTo>
                <a:lnTo>
                  <a:pt x="8328821" y="11218594"/>
                </a:lnTo>
                <a:cubicBezTo>
                  <a:pt x="7934954" y="11611040"/>
                  <a:pt x="7245683" y="11611040"/>
                  <a:pt x="6851815" y="11218594"/>
                </a:cubicBezTo>
                <a:cubicBezTo>
                  <a:pt x="6457945" y="10728036"/>
                  <a:pt x="6457945" y="10139366"/>
                  <a:pt x="6851815" y="9746920"/>
                </a:cubicBezTo>
                <a:cubicBezTo>
                  <a:pt x="6851815" y="9746920"/>
                  <a:pt x="6851815" y="9746920"/>
                  <a:pt x="7516468" y="9084666"/>
                </a:cubicBezTo>
                <a:lnTo>
                  <a:pt x="7580293" y="9021071"/>
                </a:lnTo>
                <a:lnTo>
                  <a:pt x="7581821" y="9022586"/>
                </a:lnTo>
                <a:lnTo>
                  <a:pt x="7612209" y="8992307"/>
                </a:lnTo>
                <a:cubicBezTo>
                  <a:pt x="7809145" y="8796083"/>
                  <a:pt x="8079929" y="8697971"/>
                  <a:pt x="8350714" y="8697972"/>
                </a:cubicBezTo>
                <a:close/>
                <a:moveTo>
                  <a:pt x="11543849" y="5617131"/>
                </a:moveTo>
                <a:cubicBezTo>
                  <a:pt x="11814634" y="5617131"/>
                  <a:pt x="12085419" y="5715242"/>
                  <a:pt x="12282353" y="5911466"/>
                </a:cubicBezTo>
                <a:cubicBezTo>
                  <a:pt x="12676222" y="6303912"/>
                  <a:pt x="12676222" y="6892582"/>
                  <a:pt x="12282353" y="7383140"/>
                </a:cubicBezTo>
                <a:cubicBezTo>
                  <a:pt x="12282353" y="7383140"/>
                  <a:pt x="12282353" y="7383140"/>
                  <a:pt x="10706878" y="8952925"/>
                </a:cubicBezTo>
                <a:cubicBezTo>
                  <a:pt x="10313009" y="9345372"/>
                  <a:pt x="9623739" y="9345372"/>
                  <a:pt x="9229870" y="8952925"/>
                </a:cubicBezTo>
                <a:cubicBezTo>
                  <a:pt x="8836001" y="8462367"/>
                  <a:pt x="8836001" y="7873698"/>
                  <a:pt x="9229870" y="7481251"/>
                </a:cubicBezTo>
                <a:cubicBezTo>
                  <a:pt x="9229870" y="7481251"/>
                  <a:pt x="9229870" y="7481251"/>
                  <a:pt x="10805345" y="5911466"/>
                </a:cubicBezTo>
                <a:cubicBezTo>
                  <a:pt x="11002280" y="5715242"/>
                  <a:pt x="11273064" y="5617131"/>
                  <a:pt x="11543849" y="5617131"/>
                </a:cubicBezTo>
                <a:close/>
                <a:moveTo>
                  <a:pt x="1212458" y="4386726"/>
                </a:moveTo>
                <a:cubicBezTo>
                  <a:pt x="1882080" y="4386726"/>
                  <a:pt x="2424916" y="4926926"/>
                  <a:pt x="2424916" y="5593298"/>
                </a:cubicBezTo>
                <a:cubicBezTo>
                  <a:pt x="2424916" y="6259670"/>
                  <a:pt x="1882080" y="6799872"/>
                  <a:pt x="1212458" y="6799872"/>
                </a:cubicBezTo>
                <a:cubicBezTo>
                  <a:pt x="542836" y="6799872"/>
                  <a:pt x="0" y="6259670"/>
                  <a:pt x="0" y="5593298"/>
                </a:cubicBezTo>
                <a:cubicBezTo>
                  <a:pt x="0" y="4926926"/>
                  <a:pt x="542836" y="4386726"/>
                  <a:pt x="1212458" y="4386726"/>
                </a:cubicBezTo>
                <a:close/>
                <a:moveTo>
                  <a:pt x="8820147" y="1327314"/>
                </a:moveTo>
                <a:cubicBezTo>
                  <a:pt x="9489279" y="1327314"/>
                  <a:pt x="10158410" y="1569756"/>
                  <a:pt x="10645052" y="2054639"/>
                </a:cubicBezTo>
                <a:cubicBezTo>
                  <a:pt x="11618334" y="3024407"/>
                  <a:pt x="11618334" y="4479058"/>
                  <a:pt x="10645052" y="5691267"/>
                </a:cubicBezTo>
                <a:cubicBezTo>
                  <a:pt x="10645052" y="5691267"/>
                  <a:pt x="10645052" y="5691267"/>
                  <a:pt x="6751922" y="9570337"/>
                </a:cubicBezTo>
                <a:cubicBezTo>
                  <a:pt x="5778641" y="10540105"/>
                  <a:pt x="4075398" y="10540105"/>
                  <a:pt x="3102115" y="9570337"/>
                </a:cubicBezTo>
                <a:cubicBezTo>
                  <a:pt x="2128832" y="8358128"/>
                  <a:pt x="2128832" y="6903477"/>
                  <a:pt x="3102115" y="5933709"/>
                </a:cubicBezTo>
                <a:cubicBezTo>
                  <a:pt x="3102115" y="5933709"/>
                  <a:pt x="3102115" y="5933709"/>
                  <a:pt x="6995243" y="2054639"/>
                </a:cubicBezTo>
                <a:cubicBezTo>
                  <a:pt x="7481884" y="1569756"/>
                  <a:pt x="8151015" y="1327314"/>
                  <a:pt x="8820147" y="1327314"/>
                </a:cubicBezTo>
                <a:close/>
                <a:moveTo>
                  <a:pt x="5320865" y="0"/>
                </a:moveTo>
                <a:cubicBezTo>
                  <a:pt x="5691607" y="0"/>
                  <a:pt x="6062350" y="134328"/>
                  <a:pt x="6331980" y="402986"/>
                </a:cubicBezTo>
                <a:cubicBezTo>
                  <a:pt x="6871241" y="940300"/>
                  <a:pt x="6871241" y="1746271"/>
                  <a:pt x="6331980" y="2417914"/>
                </a:cubicBezTo>
                <a:cubicBezTo>
                  <a:pt x="6331980" y="2417914"/>
                  <a:pt x="6331980" y="2417914"/>
                  <a:pt x="4174933" y="4567170"/>
                </a:cubicBezTo>
                <a:cubicBezTo>
                  <a:pt x="3635673" y="5104484"/>
                  <a:pt x="2691965" y="5104484"/>
                  <a:pt x="2152704" y="4567170"/>
                </a:cubicBezTo>
                <a:cubicBezTo>
                  <a:pt x="1613442" y="3895527"/>
                  <a:pt x="1613442" y="3089557"/>
                  <a:pt x="2152704" y="2552243"/>
                </a:cubicBezTo>
                <a:cubicBezTo>
                  <a:pt x="2152704" y="2552243"/>
                  <a:pt x="2152704" y="2552243"/>
                  <a:pt x="4309751" y="402986"/>
                </a:cubicBezTo>
                <a:cubicBezTo>
                  <a:pt x="4579380" y="134328"/>
                  <a:pt x="4950122" y="0"/>
                  <a:pt x="532086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Replace Image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340DA9E-8319-4C17-9431-1C3D49DDC541}"/>
              </a:ext>
            </a:extLst>
          </p:cNvPr>
          <p:cNvSpPr/>
          <p:nvPr userDrawn="1"/>
        </p:nvSpPr>
        <p:spPr>
          <a:xfrm rot="10800000">
            <a:off x="4804648" y="3881120"/>
            <a:ext cx="831974" cy="831974"/>
          </a:xfrm>
          <a:custGeom>
            <a:avLst/>
            <a:gdLst>
              <a:gd name="connsiteX0" fmla="*/ 49154 w 1145580"/>
              <a:gd name="connsiteY0" fmla="*/ 1101489 h 1145580"/>
              <a:gd name="connsiteX1" fmla="*/ 49154 w 1145580"/>
              <a:gd name="connsiteY1" fmla="*/ 1101489 h 1145580"/>
              <a:gd name="connsiteX2" fmla="*/ 49154 w 1145580"/>
              <a:gd name="connsiteY2" fmla="*/ 864380 h 1145580"/>
              <a:gd name="connsiteX3" fmla="*/ 864381 w 1145580"/>
              <a:gd name="connsiteY3" fmla="*/ 49153 h 1145580"/>
              <a:gd name="connsiteX4" fmla="*/ 1101489 w 1145580"/>
              <a:gd name="connsiteY4" fmla="*/ 49153 h 1145580"/>
              <a:gd name="connsiteX5" fmla="*/ 1101489 w 1145580"/>
              <a:gd name="connsiteY5" fmla="*/ 49153 h 1145580"/>
              <a:gd name="connsiteX6" fmla="*/ 1101489 w 1145580"/>
              <a:gd name="connsiteY6" fmla="*/ 286262 h 1145580"/>
              <a:gd name="connsiteX7" fmla="*/ 286262 w 1145580"/>
              <a:gd name="connsiteY7" fmla="*/ 1101489 h 1145580"/>
              <a:gd name="connsiteX8" fmla="*/ 49154 w 1145580"/>
              <a:gd name="connsiteY8" fmla="*/ 1101489 h 11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5580" h="1145580">
                <a:moveTo>
                  <a:pt x="49154" y="1101489"/>
                </a:moveTo>
                <a:lnTo>
                  <a:pt x="49154" y="1101489"/>
                </a:lnTo>
                <a:cubicBezTo>
                  <a:pt x="-16385" y="1035951"/>
                  <a:pt x="-16385" y="929918"/>
                  <a:pt x="49154" y="864380"/>
                </a:cubicBezTo>
                <a:lnTo>
                  <a:pt x="864381" y="49153"/>
                </a:lnTo>
                <a:cubicBezTo>
                  <a:pt x="929918" y="-16384"/>
                  <a:pt x="1035951" y="-16384"/>
                  <a:pt x="1101489" y="49153"/>
                </a:cubicBezTo>
                <a:lnTo>
                  <a:pt x="1101489" y="49153"/>
                </a:lnTo>
                <a:cubicBezTo>
                  <a:pt x="1167027" y="114691"/>
                  <a:pt x="1167027" y="220724"/>
                  <a:pt x="1101489" y="286262"/>
                </a:cubicBezTo>
                <a:lnTo>
                  <a:pt x="286262" y="1101489"/>
                </a:lnTo>
                <a:cubicBezTo>
                  <a:pt x="220724" y="1166494"/>
                  <a:pt x="114158" y="1166494"/>
                  <a:pt x="49154" y="1101489"/>
                </a:cubicBezTo>
                <a:close/>
              </a:path>
            </a:pathLst>
          </a:custGeom>
          <a:solidFill>
            <a:srgbClr val="FFB81A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6D645AF-2819-48F1-AA30-895F30E05410}"/>
              </a:ext>
            </a:extLst>
          </p:cNvPr>
          <p:cNvSpPr/>
          <p:nvPr userDrawn="1"/>
        </p:nvSpPr>
        <p:spPr>
          <a:xfrm rot="10800000">
            <a:off x="2514851" y="5200481"/>
            <a:ext cx="341010" cy="341010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rgbClr val="EB2A2E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7169FA6-77BB-44BB-A385-801290BE4EE0}"/>
              </a:ext>
            </a:extLst>
          </p:cNvPr>
          <p:cNvSpPr/>
          <p:nvPr userDrawn="1"/>
        </p:nvSpPr>
        <p:spPr>
          <a:xfrm rot="10800000">
            <a:off x="1411362" y="3129840"/>
            <a:ext cx="232914" cy="232914"/>
          </a:xfrm>
          <a:custGeom>
            <a:avLst/>
            <a:gdLst>
              <a:gd name="connsiteX0" fmla="*/ 341010 w 341009"/>
              <a:gd name="connsiteY0" fmla="*/ 170505 h 341009"/>
              <a:gd name="connsiteX1" fmla="*/ 170505 w 341009"/>
              <a:gd name="connsiteY1" fmla="*/ 341010 h 341009"/>
              <a:gd name="connsiteX2" fmla="*/ 0 w 341009"/>
              <a:gd name="connsiteY2" fmla="*/ 170505 h 341009"/>
              <a:gd name="connsiteX3" fmla="*/ 170505 w 341009"/>
              <a:gd name="connsiteY3" fmla="*/ 0 h 341009"/>
              <a:gd name="connsiteX4" fmla="*/ 341010 w 341009"/>
              <a:gd name="connsiteY4" fmla="*/ 170505 h 3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009" h="341009">
                <a:moveTo>
                  <a:pt x="341010" y="170505"/>
                </a:moveTo>
                <a:cubicBezTo>
                  <a:pt x="341010" y="264672"/>
                  <a:pt x="264672" y="341010"/>
                  <a:pt x="170505" y="341010"/>
                </a:cubicBezTo>
                <a:cubicBezTo>
                  <a:pt x="76338" y="341010"/>
                  <a:pt x="0" y="264672"/>
                  <a:pt x="0" y="170505"/>
                </a:cubicBezTo>
                <a:cubicBezTo>
                  <a:pt x="0" y="76338"/>
                  <a:pt x="76338" y="0"/>
                  <a:pt x="170505" y="0"/>
                </a:cubicBezTo>
                <a:cubicBezTo>
                  <a:pt x="264672" y="0"/>
                  <a:pt x="341010" y="76338"/>
                  <a:pt x="341010" y="170505"/>
                </a:cubicBezTo>
                <a:close/>
              </a:path>
            </a:pathLst>
          </a:custGeom>
          <a:solidFill>
            <a:srgbClr val="FC6D1D"/>
          </a:solidFill>
          <a:ln w="53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A97B8A-726F-422D-855F-B2152261E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3269" y="254639"/>
            <a:ext cx="483482" cy="45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9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844A2D-2BD4-439E-81A0-1234F95CB257}"/>
              </a:ext>
            </a:extLst>
          </p:cNvPr>
          <p:cNvSpPr/>
          <p:nvPr userDrawn="1"/>
        </p:nvSpPr>
        <p:spPr>
          <a:xfrm>
            <a:off x="7372350" y="5791200"/>
            <a:ext cx="481965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127F0A1B-3EFC-4910-A13A-6B5299FB7A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86215" y="6525157"/>
            <a:ext cx="409193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1"/>
                </a:solidFill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www.hexaware.com  |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cs typeface="Arial" panose="020B0604020202020204" pitchFamily="34" charset="0"/>
              </a:rPr>
              <a:t>© Hexaware Technologies. All rights reserved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9C07239-C820-48DC-A31C-C2A9DFB5C3F7}"/>
              </a:ext>
            </a:extLst>
          </p:cNvPr>
          <p:cNvSpPr/>
          <p:nvPr userDrawn="1"/>
        </p:nvSpPr>
        <p:spPr>
          <a:xfrm>
            <a:off x="11708521" y="6378960"/>
            <a:ext cx="469624" cy="460522"/>
          </a:xfrm>
          <a:custGeom>
            <a:avLst/>
            <a:gdLst>
              <a:gd name="connsiteX0" fmla="*/ 328659 w 469624"/>
              <a:gd name="connsiteY0" fmla="*/ 0 h 460522"/>
              <a:gd name="connsiteX1" fmla="*/ 456588 w 469624"/>
              <a:gd name="connsiteY1" fmla="*/ 25828 h 460522"/>
              <a:gd name="connsiteX2" fmla="*/ 469624 w 469624"/>
              <a:gd name="connsiteY2" fmla="*/ 32904 h 460522"/>
              <a:gd name="connsiteX3" fmla="*/ 469624 w 469624"/>
              <a:gd name="connsiteY3" fmla="*/ 460522 h 460522"/>
              <a:gd name="connsiteX4" fmla="*/ 27963 w 469624"/>
              <a:gd name="connsiteY4" fmla="*/ 460522 h 460522"/>
              <a:gd name="connsiteX5" fmla="*/ 25828 w 469624"/>
              <a:gd name="connsiteY5" fmla="*/ 456588 h 460522"/>
              <a:gd name="connsiteX6" fmla="*/ 0 w 469624"/>
              <a:gd name="connsiteY6" fmla="*/ 328659 h 460522"/>
              <a:gd name="connsiteX7" fmla="*/ 328659 w 469624"/>
              <a:gd name="connsiteY7" fmla="*/ 0 h 46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9624" h="460522">
                <a:moveTo>
                  <a:pt x="328659" y="0"/>
                </a:moveTo>
                <a:cubicBezTo>
                  <a:pt x="374037" y="0"/>
                  <a:pt x="417268" y="9197"/>
                  <a:pt x="456588" y="25828"/>
                </a:cubicBezTo>
                <a:lnTo>
                  <a:pt x="469624" y="32904"/>
                </a:lnTo>
                <a:lnTo>
                  <a:pt x="469624" y="460522"/>
                </a:lnTo>
                <a:lnTo>
                  <a:pt x="27963" y="460522"/>
                </a:lnTo>
                <a:lnTo>
                  <a:pt x="25828" y="456588"/>
                </a:lnTo>
                <a:cubicBezTo>
                  <a:pt x="9197" y="417268"/>
                  <a:pt x="0" y="374038"/>
                  <a:pt x="0" y="328659"/>
                </a:cubicBezTo>
                <a:cubicBezTo>
                  <a:pt x="0" y="147146"/>
                  <a:pt x="147146" y="0"/>
                  <a:pt x="328659" y="0"/>
                </a:cubicBezTo>
                <a:close/>
              </a:path>
            </a:pathLst>
          </a:custGeom>
          <a:solidFill>
            <a:srgbClr val="1365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CF3C1E7-7FA3-481B-A95F-0A72C2CF000B}"/>
              </a:ext>
            </a:extLst>
          </p:cNvPr>
          <p:cNvSpPr txBox="1">
            <a:spLocks/>
          </p:cNvSpPr>
          <p:nvPr userDrawn="1"/>
        </p:nvSpPr>
        <p:spPr>
          <a:xfrm>
            <a:off x="11762680" y="6506484"/>
            <a:ext cx="472973" cy="3647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601925-951F-4EA8-91E5-A517312BFAAA}" type="slidenum">
              <a:rPr lang="en-US" sz="1100" b="1" smtClean="0">
                <a:solidFill>
                  <a:schemeClr val="bg1"/>
                </a:solidFill>
                <a:latin typeface="Lato" panose="020F0502020204030203" pitchFamily="34" charset="0"/>
                <a:cs typeface="Arial" panose="020B0604020202020204" pitchFamily="34" charset="0"/>
              </a:rPr>
              <a:pPr/>
              <a:t>‹#›</a:t>
            </a:fld>
            <a:endParaRPr lang="en-US" sz="1465" b="1" dirty="0">
              <a:solidFill>
                <a:schemeClr val="bg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11BE3F-7CB1-45BC-8316-EEEF9A60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54639"/>
            <a:ext cx="9694232" cy="4524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600" b="1" kern="1200" dirty="0">
                <a:solidFill>
                  <a:srgbClr val="4D4D4D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C2A7EA8-C706-40A0-BDF6-1FAA5000DEDD}"/>
              </a:ext>
            </a:extLst>
          </p:cNvPr>
          <p:cNvSpPr/>
          <p:nvPr/>
        </p:nvSpPr>
        <p:spPr>
          <a:xfrm>
            <a:off x="2871147" y="3268205"/>
            <a:ext cx="697143" cy="697146"/>
          </a:xfrm>
          <a:custGeom>
            <a:avLst/>
            <a:gdLst>
              <a:gd name="connsiteX0" fmla="*/ 697143 w 697143"/>
              <a:gd name="connsiteY0" fmla="*/ 348573 h 697146"/>
              <a:gd name="connsiteX1" fmla="*/ 348572 w 697143"/>
              <a:gd name="connsiteY1" fmla="*/ 697146 h 697146"/>
              <a:gd name="connsiteX2" fmla="*/ 348572 w 697143"/>
              <a:gd name="connsiteY2" fmla="*/ 697146 h 697146"/>
              <a:gd name="connsiteX3" fmla="*/ 0 w 697143"/>
              <a:gd name="connsiteY3" fmla="*/ 348573 h 697146"/>
              <a:gd name="connsiteX4" fmla="*/ 0 w 697143"/>
              <a:gd name="connsiteY4" fmla="*/ 348573 h 697146"/>
              <a:gd name="connsiteX5" fmla="*/ 348572 w 697143"/>
              <a:gd name="connsiteY5" fmla="*/ 0 h 697146"/>
              <a:gd name="connsiteX6" fmla="*/ 348572 w 697143"/>
              <a:gd name="connsiteY6" fmla="*/ 0 h 697146"/>
              <a:gd name="connsiteX7" fmla="*/ 697143 w 697143"/>
              <a:gd name="connsiteY7" fmla="*/ 348573 h 697146"/>
              <a:gd name="connsiteX8" fmla="*/ 697143 w 697143"/>
              <a:gd name="connsiteY8" fmla="*/ 348573 h 69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7143" h="697146">
                <a:moveTo>
                  <a:pt x="697143" y="348573"/>
                </a:moveTo>
                <a:cubicBezTo>
                  <a:pt x="697143" y="541482"/>
                  <a:pt x="541480" y="697146"/>
                  <a:pt x="348572" y="697146"/>
                </a:cubicBezTo>
                <a:lnTo>
                  <a:pt x="348572" y="697146"/>
                </a:lnTo>
                <a:cubicBezTo>
                  <a:pt x="155663" y="697146"/>
                  <a:pt x="0" y="541482"/>
                  <a:pt x="0" y="348573"/>
                </a:cubicBezTo>
                <a:lnTo>
                  <a:pt x="0" y="348573"/>
                </a:lnTo>
                <a:cubicBezTo>
                  <a:pt x="0" y="155664"/>
                  <a:pt x="155663" y="0"/>
                  <a:pt x="348572" y="0"/>
                </a:cubicBezTo>
                <a:lnTo>
                  <a:pt x="348572" y="0"/>
                </a:lnTo>
                <a:cubicBezTo>
                  <a:pt x="541480" y="0"/>
                  <a:pt x="697143" y="155664"/>
                  <a:pt x="697143" y="348573"/>
                </a:cubicBezTo>
                <a:lnTo>
                  <a:pt x="697143" y="348573"/>
                </a:lnTo>
                <a:close/>
              </a:path>
            </a:pathLst>
          </a:custGeom>
          <a:solidFill>
            <a:srgbClr val="EB2A2E"/>
          </a:solidFill>
          <a:ln w="95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B08C5B8-B38B-48EB-B04A-071789CA5C2A}"/>
              </a:ext>
            </a:extLst>
          </p:cNvPr>
          <p:cNvSpPr/>
          <p:nvPr/>
        </p:nvSpPr>
        <p:spPr>
          <a:xfrm>
            <a:off x="-4330" y="3201355"/>
            <a:ext cx="12217198" cy="4421627"/>
          </a:xfrm>
          <a:custGeom>
            <a:avLst/>
            <a:gdLst>
              <a:gd name="connsiteX0" fmla="*/ 12217198 w 12217198"/>
              <a:gd name="connsiteY0" fmla="*/ 4421628 h 4421627"/>
              <a:gd name="connsiteX1" fmla="*/ 0 w 12217198"/>
              <a:gd name="connsiteY1" fmla="*/ 4421628 h 4421627"/>
              <a:gd name="connsiteX2" fmla="*/ 0 w 12217198"/>
              <a:gd name="connsiteY2" fmla="*/ 2385578 h 4421627"/>
              <a:gd name="connsiteX3" fmla="*/ 2865 w 12217198"/>
              <a:gd name="connsiteY3" fmla="*/ 2359793 h 4421627"/>
              <a:gd name="connsiteX4" fmla="*/ 352392 w 12217198"/>
              <a:gd name="connsiteY4" fmla="*/ 2077114 h 4421627"/>
              <a:gd name="connsiteX5" fmla="*/ 708603 w 12217198"/>
              <a:gd name="connsiteY5" fmla="*/ 2434283 h 4421627"/>
              <a:gd name="connsiteX6" fmla="*/ 708603 w 12217198"/>
              <a:gd name="connsiteY6" fmla="*/ 3018740 h 4421627"/>
              <a:gd name="connsiteX7" fmla="*/ 1064815 w 12217198"/>
              <a:gd name="connsiteY7" fmla="*/ 3375908 h 4421627"/>
              <a:gd name="connsiteX8" fmla="*/ 1432486 w 12217198"/>
              <a:gd name="connsiteY8" fmla="*/ 3018740 h 4421627"/>
              <a:gd name="connsiteX9" fmla="*/ 1432486 w 12217198"/>
              <a:gd name="connsiteY9" fmla="*/ 1806851 h 4421627"/>
              <a:gd name="connsiteX10" fmla="*/ 1788698 w 12217198"/>
              <a:gd name="connsiteY10" fmla="*/ 1439178 h 4421627"/>
              <a:gd name="connsiteX11" fmla="*/ 2144910 w 12217198"/>
              <a:gd name="connsiteY11" fmla="*/ 1806851 h 4421627"/>
              <a:gd name="connsiteX12" fmla="*/ 2144910 w 12217198"/>
              <a:gd name="connsiteY12" fmla="*/ 2878355 h 4421627"/>
              <a:gd name="connsiteX13" fmla="*/ 2501121 w 12217198"/>
              <a:gd name="connsiteY13" fmla="*/ 3246028 h 4421627"/>
              <a:gd name="connsiteX14" fmla="*/ 2868793 w 12217198"/>
              <a:gd name="connsiteY14" fmla="*/ 2878355 h 4421627"/>
              <a:gd name="connsiteX15" fmla="*/ 2868793 w 12217198"/>
              <a:gd name="connsiteY15" fmla="*/ 1969200 h 4421627"/>
              <a:gd name="connsiteX16" fmla="*/ 2868793 w 12217198"/>
              <a:gd name="connsiteY16" fmla="*/ 1958695 h 4421627"/>
              <a:gd name="connsiteX17" fmla="*/ 2868793 w 12217198"/>
              <a:gd name="connsiteY17" fmla="*/ 1254864 h 4421627"/>
              <a:gd name="connsiteX18" fmla="*/ 3203994 w 12217198"/>
              <a:gd name="connsiteY18" fmla="*/ 887190 h 4421627"/>
              <a:gd name="connsiteX19" fmla="*/ 3582171 w 12217198"/>
              <a:gd name="connsiteY19" fmla="*/ 1244359 h 4421627"/>
              <a:gd name="connsiteX20" fmla="*/ 3582171 w 12217198"/>
              <a:gd name="connsiteY20" fmla="*/ 1958695 h 4421627"/>
              <a:gd name="connsiteX21" fmla="*/ 3582171 w 12217198"/>
              <a:gd name="connsiteY21" fmla="*/ 1969200 h 4421627"/>
              <a:gd name="connsiteX22" fmla="*/ 3582171 w 12217198"/>
              <a:gd name="connsiteY22" fmla="*/ 2434283 h 4421627"/>
              <a:gd name="connsiteX23" fmla="*/ 3938382 w 12217198"/>
              <a:gd name="connsiteY23" fmla="*/ 2791451 h 4421627"/>
              <a:gd name="connsiteX24" fmla="*/ 4294594 w 12217198"/>
              <a:gd name="connsiteY24" fmla="*/ 2434283 h 4421627"/>
              <a:gd name="connsiteX25" fmla="*/ 4294594 w 12217198"/>
              <a:gd name="connsiteY25" fmla="*/ 2509727 h 4421627"/>
              <a:gd name="connsiteX26" fmla="*/ 4662266 w 12217198"/>
              <a:gd name="connsiteY26" fmla="*/ 2152559 h 4421627"/>
              <a:gd name="connsiteX27" fmla="*/ 5018477 w 12217198"/>
              <a:gd name="connsiteY27" fmla="*/ 2509727 h 4421627"/>
              <a:gd name="connsiteX28" fmla="*/ 5018477 w 12217198"/>
              <a:gd name="connsiteY28" fmla="*/ 2661571 h 4421627"/>
              <a:gd name="connsiteX29" fmla="*/ 5374689 w 12217198"/>
              <a:gd name="connsiteY29" fmla="*/ 3018740 h 4421627"/>
              <a:gd name="connsiteX30" fmla="*/ 5730900 w 12217198"/>
              <a:gd name="connsiteY30" fmla="*/ 2661571 h 4421627"/>
              <a:gd name="connsiteX31" fmla="*/ 5730900 w 12217198"/>
              <a:gd name="connsiteY31" fmla="*/ 2704546 h 4421627"/>
              <a:gd name="connsiteX32" fmla="*/ 6098572 w 12217198"/>
              <a:gd name="connsiteY32" fmla="*/ 2336873 h 4421627"/>
              <a:gd name="connsiteX33" fmla="*/ 6109077 w 12217198"/>
              <a:gd name="connsiteY33" fmla="*/ 2336873 h 4421627"/>
              <a:gd name="connsiteX34" fmla="*/ 6476748 w 12217198"/>
              <a:gd name="connsiteY34" fmla="*/ 2704546 h 4421627"/>
              <a:gd name="connsiteX35" fmla="*/ 6476748 w 12217198"/>
              <a:gd name="connsiteY35" fmla="*/ 2661571 h 4421627"/>
              <a:gd name="connsiteX36" fmla="*/ 6832960 w 12217198"/>
              <a:gd name="connsiteY36" fmla="*/ 3018740 h 4421627"/>
              <a:gd name="connsiteX37" fmla="*/ 7189171 w 12217198"/>
              <a:gd name="connsiteY37" fmla="*/ 2661571 h 4421627"/>
              <a:gd name="connsiteX38" fmla="*/ 7189171 w 12217198"/>
              <a:gd name="connsiteY38" fmla="*/ 2509727 h 4421627"/>
              <a:gd name="connsiteX39" fmla="*/ 7545383 w 12217198"/>
              <a:gd name="connsiteY39" fmla="*/ 2152559 h 4421627"/>
              <a:gd name="connsiteX40" fmla="*/ 7901595 w 12217198"/>
              <a:gd name="connsiteY40" fmla="*/ 2509727 h 4421627"/>
              <a:gd name="connsiteX41" fmla="*/ 7901595 w 12217198"/>
              <a:gd name="connsiteY41" fmla="*/ 2434283 h 4421627"/>
              <a:gd name="connsiteX42" fmla="*/ 8269266 w 12217198"/>
              <a:gd name="connsiteY42" fmla="*/ 2791451 h 4421627"/>
              <a:gd name="connsiteX43" fmla="*/ 8625477 w 12217198"/>
              <a:gd name="connsiteY43" fmla="*/ 2434283 h 4421627"/>
              <a:gd name="connsiteX44" fmla="*/ 8625477 w 12217198"/>
              <a:gd name="connsiteY44" fmla="*/ 367673 h 4421627"/>
              <a:gd name="connsiteX45" fmla="*/ 8981689 w 12217198"/>
              <a:gd name="connsiteY45" fmla="*/ 0 h 4421627"/>
              <a:gd name="connsiteX46" fmla="*/ 9337900 w 12217198"/>
              <a:gd name="connsiteY46" fmla="*/ 367673 h 4421627"/>
              <a:gd name="connsiteX47" fmla="*/ 9337900 w 12217198"/>
              <a:gd name="connsiteY47" fmla="*/ 2878355 h 4421627"/>
              <a:gd name="connsiteX48" fmla="*/ 9705572 w 12217198"/>
              <a:gd name="connsiteY48" fmla="*/ 3246028 h 4421627"/>
              <a:gd name="connsiteX49" fmla="*/ 10061783 w 12217198"/>
              <a:gd name="connsiteY49" fmla="*/ 2878355 h 4421627"/>
              <a:gd name="connsiteX50" fmla="*/ 10061783 w 12217198"/>
              <a:gd name="connsiteY50" fmla="*/ 1806851 h 4421627"/>
              <a:gd name="connsiteX51" fmla="*/ 10417995 w 12217198"/>
              <a:gd name="connsiteY51" fmla="*/ 1439178 h 4421627"/>
              <a:gd name="connsiteX52" fmla="*/ 10774206 w 12217198"/>
              <a:gd name="connsiteY52" fmla="*/ 1806851 h 4421627"/>
              <a:gd name="connsiteX53" fmla="*/ 10774206 w 12217198"/>
              <a:gd name="connsiteY53" fmla="*/ 3018740 h 4421627"/>
              <a:gd name="connsiteX54" fmla="*/ 11130418 w 12217198"/>
              <a:gd name="connsiteY54" fmla="*/ 3375908 h 4421627"/>
              <a:gd name="connsiteX55" fmla="*/ 11498090 w 12217198"/>
              <a:gd name="connsiteY55" fmla="*/ 3018740 h 4421627"/>
              <a:gd name="connsiteX56" fmla="*/ 11498090 w 12217198"/>
              <a:gd name="connsiteY56" fmla="*/ 2434283 h 4421627"/>
              <a:gd name="connsiteX57" fmla="*/ 11854302 w 12217198"/>
              <a:gd name="connsiteY57" fmla="*/ 2077114 h 4421627"/>
              <a:gd name="connsiteX58" fmla="*/ 12210513 w 12217198"/>
              <a:gd name="connsiteY58" fmla="*/ 2434283 h 4421627"/>
              <a:gd name="connsiteX59" fmla="*/ 12210513 w 12217198"/>
              <a:gd name="connsiteY59" fmla="*/ 4421628 h 442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217198" h="4421627">
                <a:moveTo>
                  <a:pt x="12217198" y="4421628"/>
                </a:moveTo>
                <a:lnTo>
                  <a:pt x="0" y="4421628"/>
                </a:lnTo>
                <a:lnTo>
                  <a:pt x="0" y="2385578"/>
                </a:lnTo>
                <a:lnTo>
                  <a:pt x="2865" y="2359793"/>
                </a:lnTo>
                <a:cubicBezTo>
                  <a:pt x="36290" y="2192669"/>
                  <a:pt x="182403" y="2077114"/>
                  <a:pt x="352392" y="2077114"/>
                </a:cubicBezTo>
                <a:cubicBezTo>
                  <a:pt x="547210" y="2077114"/>
                  <a:pt x="708603" y="2228959"/>
                  <a:pt x="708603" y="2434283"/>
                </a:cubicBezTo>
                <a:cubicBezTo>
                  <a:pt x="708603" y="3018740"/>
                  <a:pt x="708603" y="3018740"/>
                  <a:pt x="708603" y="3018740"/>
                </a:cubicBezTo>
                <a:cubicBezTo>
                  <a:pt x="708603" y="3213559"/>
                  <a:pt x="870952" y="3375908"/>
                  <a:pt x="1064815" y="3375908"/>
                </a:cubicBezTo>
                <a:cubicBezTo>
                  <a:pt x="1270138" y="3375908"/>
                  <a:pt x="1432486" y="3213559"/>
                  <a:pt x="1432486" y="3018740"/>
                </a:cubicBezTo>
                <a:cubicBezTo>
                  <a:pt x="1432486" y="1806851"/>
                  <a:pt x="1432486" y="1806851"/>
                  <a:pt x="1432486" y="1806851"/>
                </a:cubicBezTo>
                <a:cubicBezTo>
                  <a:pt x="1432486" y="1601527"/>
                  <a:pt x="1594835" y="1439178"/>
                  <a:pt x="1788698" y="1439178"/>
                </a:cubicBezTo>
                <a:cubicBezTo>
                  <a:pt x="1983516" y="1439178"/>
                  <a:pt x="2144910" y="1601527"/>
                  <a:pt x="2144910" y="1806851"/>
                </a:cubicBezTo>
                <a:cubicBezTo>
                  <a:pt x="2144910" y="2878355"/>
                  <a:pt x="2144910" y="2878355"/>
                  <a:pt x="2144910" y="2878355"/>
                </a:cubicBezTo>
                <a:cubicBezTo>
                  <a:pt x="2144910" y="3083679"/>
                  <a:pt x="2307258" y="3246028"/>
                  <a:pt x="2501121" y="3246028"/>
                </a:cubicBezTo>
                <a:cubicBezTo>
                  <a:pt x="2706444" y="3246028"/>
                  <a:pt x="2868793" y="3083679"/>
                  <a:pt x="2868793" y="2878355"/>
                </a:cubicBezTo>
                <a:cubicBezTo>
                  <a:pt x="2868793" y="1969200"/>
                  <a:pt x="2868793" y="1969200"/>
                  <a:pt x="2868793" y="1969200"/>
                </a:cubicBezTo>
                <a:cubicBezTo>
                  <a:pt x="2868793" y="1969200"/>
                  <a:pt x="2868793" y="1969200"/>
                  <a:pt x="2868793" y="1958695"/>
                </a:cubicBezTo>
                <a:cubicBezTo>
                  <a:pt x="2868793" y="1254864"/>
                  <a:pt x="2868793" y="1254864"/>
                  <a:pt x="2868793" y="1254864"/>
                </a:cubicBezTo>
                <a:cubicBezTo>
                  <a:pt x="2868793" y="1070550"/>
                  <a:pt x="3009176" y="897695"/>
                  <a:pt x="3203994" y="887190"/>
                </a:cubicBezTo>
                <a:cubicBezTo>
                  <a:pt x="3409317" y="876686"/>
                  <a:pt x="3582171" y="1039035"/>
                  <a:pt x="3582171" y="1244359"/>
                </a:cubicBezTo>
                <a:cubicBezTo>
                  <a:pt x="3582171" y="1958695"/>
                  <a:pt x="3582171" y="1958695"/>
                  <a:pt x="3582171" y="1958695"/>
                </a:cubicBezTo>
                <a:cubicBezTo>
                  <a:pt x="3582171" y="1969200"/>
                  <a:pt x="3582171" y="1969200"/>
                  <a:pt x="3582171" y="1969200"/>
                </a:cubicBezTo>
                <a:cubicBezTo>
                  <a:pt x="3582171" y="2434283"/>
                  <a:pt x="3582171" y="2434283"/>
                  <a:pt x="3582171" y="2434283"/>
                </a:cubicBezTo>
                <a:cubicBezTo>
                  <a:pt x="3582171" y="2629102"/>
                  <a:pt x="3744519" y="2791451"/>
                  <a:pt x="3938382" y="2791451"/>
                </a:cubicBezTo>
                <a:cubicBezTo>
                  <a:pt x="4143705" y="2791451"/>
                  <a:pt x="4294594" y="2629102"/>
                  <a:pt x="4294594" y="2434283"/>
                </a:cubicBezTo>
                <a:cubicBezTo>
                  <a:pt x="4294594" y="2509727"/>
                  <a:pt x="4294594" y="2509727"/>
                  <a:pt x="4294594" y="2509727"/>
                </a:cubicBezTo>
                <a:cubicBezTo>
                  <a:pt x="4294594" y="2314908"/>
                  <a:pt x="4456943" y="2152559"/>
                  <a:pt x="4662266" y="2152559"/>
                </a:cubicBezTo>
                <a:cubicBezTo>
                  <a:pt x="4857084" y="2152559"/>
                  <a:pt x="5018477" y="2314908"/>
                  <a:pt x="5018477" y="2509727"/>
                </a:cubicBezTo>
                <a:cubicBezTo>
                  <a:pt x="5018477" y="2661571"/>
                  <a:pt x="5018477" y="2661571"/>
                  <a:pt x="5018477" y="2661571"/>
                </a:cubicBezTo>
                <a:cubicBezTo>
                  <a:pt x="5018477" y="2856391"/>
                  <a:pt x="5180826" y="3018740"/>
                  <a:pt x="5374689" y="3018740"/>
                </a:cubicBezTo>
                <a:cubicBezTo>
                  <a:pt x="5569507" y="3018740"/>
                  <a:pt x="5730900" y="2856391"/>
                  <a:pt x="5730900" y="2661571"/>
                </a:cubicBezTo>
                <a:cubicBezTo>
                  <a:pt x="5730900" y="2704546"/>
                  <a:pt x="5730900" y="2704546"/>
                  <a:pt x="5730900" y="2704546"/>
                </a:cubicBezTo>
                <a:cubicBezTo>
                  <a:pt x="5730900" y="2499222"/>
                  <a:pt x="5893249" y="2336873"/>
                  <a:pt x="6098572" y="2336873"/>
                </a:cubicBezTo>
                <a:cubicBezTo>
                  <a:pt x="6109077" y="2336873"/>
                  <a:pt x="6109077" y="2336873"/>
                  <a:pt x="6109077" y="2336873"/>
                </a:cubicBezTo>
                <a:cubicBezTo>
                  <a:pt x="6314400" y="2336873"/>
                  <a:pt x="6476748" y="2499222"/>
                  <a:pt x="6476748" y="2704546"/>
                </a:cubicBezTo>
                <a:cubicBezTo>
                  <a:pt x="6476748" y="2661571"/>
                  <a:pt x="6476748" y="2661571"/>
                  <a:pt x="6476748" y="2661571"/>
                </a:cubicBezTo>
                <a:cubicBezTo>
                  <a:pt x="6476748" y="2856391"/>
                  <a:pt x="6627637" y="3018740"/>
                  <a:pt x="6832960" y="3018740"/>
                </a:cubicBezTo>
                <a:cubicBezTo>
                  <a:pt x="7027778" y="3018740"/>
                  <a:pt x="7189171" y="2856391"/>
                  <a:pt x="7189171" y="2661571"/>
                </a:cubicBezTo>
                <a:cubicBezTo>
                  <a:pt x="7189171" y="2509727"/>
                  <a:pt x="7189171" y="2509727"/>
                  <a:pt x="7189171" y="2509727"/>
                </a:cubicBezTo>
                <a:cubicBezTo>
                  <a:pt x="7189171" y="2314908"/>
                  <a:pt x="7351520" y="2152559"/>
                  <a:pt x="7545383" y="2152559"/>
                </a:cubicBezTo>
                <a:cubicBezTo>
                  <a:pt x="7750706" y="2152559"/>
                  <a:pt x="7901595" y="2314908"/>
                  <a:pt x="7901595" y="2509727"/>
                </a:cubicBezTo>
                <a:cubicBezTo>
                  <a:pt x="7901595" y="2434283"/>
                  <a:pt x="7901595" y="2434283"/>
                  <a:pt x="7901595" y="2434283"/>
                </a:cubicBezTo>
                <a:cubicBezTo>
                  <a:pt x="7901595" y="2629102"/>
                  <a:pt x="8063943" y="2791451"/>
                  <a:pt x="8269266" y="2791451"/>
                </a:cubicBezTo>
                <a:cubicBezTo>
                  <a:pt x="8464084" y="2791451"/>
                  <a:pt x="8625477" y="2629102"/>
                  <a:pt x="8625477" y="2434283"/>
                </a:cubicBezTo>
                <a:cubicBezTo>
                  <a:pt x="8625477" y="367673"/>
                  <a:pt x="8625477" y="367673"/>
                  <a:pt x="8625477" y="367673"/>
                </a:cubicBezTo>
                <a:cubicBezTo>
                  <a:pt x="8625477" y="162349"/>
                  <a:pt x="8787826" y="0"/>
                  <a:pt x="8981689" y="0"/>
                </a:cubicBezTo>
                <a:cubicBezTo>
                  <a:pt x="9176507" y="0"/>
                  <a:pt x="9337900" y="162349"/>
                  <a:pt x="9337900" y="367673"/>
                </a:cubicBezTo>
                <a:cubicBezTo>
                  <a:pt x="9337900" y="2878355"/>
                  <a:pt x="9337900" y="2878355"/>
                  <a:pt x="9337900" y="2878355"/>
                </a:cubicBezTo>
                <a:cubicBezTo>
                  <a:pt x="9337900" y="3083679"/>
                  <a:pt x="9500249" y="3246028"/>
                  <a:pt x="9705572" y="3246028"/>
                </a:cubicBezTo>
                <a:cubicBezTo>
                  <a:pt x="9900390" y="3246028"/>
                  <a:pt x="10061783" y="3083679"/>
                  <a:pt x="10061783" y="2878355"/>
                </a:cubicBezTo>
                <a:cubicBezTo>
                  <a:pt x="10061783" y="1806851"/>
                  <a:pt x="10061783" y="1806851"/>
                  <a:pt x="10061783" y="1806851"/>
                </a:cubicBezTo>
                <a:cubicBezTo>
                  <a:pt x="10061783" y="1601527"/>
                  <a:pt x="10224132" y="1439178"/>
                  <a:pt x="10417995" y="1439178"/>
                </a:cubicBezTo>
                <a:cubicBezTo>
                  <a:pt x="10611858" y="1439178"/>
                  <a:pt x="10774206" y="1601527"/>
                  <a:pt x="10774206" y="1806851"/>
                </a:cubicBezTo>
                <a:cubicBezTo>
                  <a:pt x="10774206" y="3018740"/>
                  <a:pt x="10774206" y="3018740"/>
                  <a:pt x="10774206" y="3018740"/>
                </a:cubicBezTo>
                <a:cubicBezTo>
                  <a:pt x="10774206" y="3213559"/>
                  <a:pt x="10936555" y="3375908"/>
                  <a:pt x="11130418" y="3375908"/>
                </a:cubicBezTo>
                <a:cubicBezTo>
                  <a:pt x="11335741" y="3375908"/>
                  <a:pt x="11498090" y="3213559"/>
                  <a:pt x="11498090" y="3018740"/>
                </a:cubicBezTo>
                <a:cubicBezTo>
                  <a:pt x="11498090" y="2434283"/>
                  <a:pt x="11498090" y="2434283"/>
                  <a:pt x="11498090" y="2434283"/>
                </a:cubicBezTo>
                <a:cubicBezTo>
                  <a:pt x="11498090" y="2228959"/>
                  <a:pt x="11660438" y="2077114"/>
                  <a:pt x="11854302" y="2077114"/>
                </a:cubicBezTo>
                <a:cubicBezTo>
                  <a:pt x="12049119" y="2077114"/>
                  <a:pt x="12210513" y="2228959"/>
                  <a:pt x="12210513" y="2434283"/>
                </a:cubicBezTo>
                <a:lnTo>
                  <a:pt x="12210513" y="4421628"/>
                </a:lnTo>
                <a:close/>
              </a:path>
            </a:pathLst>
          </a:custGeom>
          <a:solidFill>
            <a:srgbClr val="005AAB"/>
          </a:solidFill>
          <a:ln w="95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5B85484-0CF2-478E-8A33-3E390BD839C8}"/>
              </a:ext>
            </a:extLst>
          </p:cNvPr>
          <p:cNvSpPr/>
          <p:nvPr/>
        </p:nvSpPr>
        <p:spPr>
          <a:xfrm>
            <a:off x="10033578" y="3822102"/>
            <a:ext cx="697143" cy="697146"/>
          </a:xfrm>
          <a:custGeom>
            <a:avLst/>
            <a:gdLst>
              <a:gd name="connsiteX0" fmla="*/ 697143 w 697143"/>
              <a:gd name="connsiteY0" fmla="*/ 348573 h 697146"/>
              <a:gd name="connsiteX1" fmla="*/ 348572 w 697143"/>
              <a:gd name="connsiteY1" fmla="*/ 697147 h 697146"/>
              <a:gd name="connsiteX2" fmla="*/ 348572 w 697143"/>
              <a:gd name="connsiteY2" fmla="*/ 697147 h 697146"/>
              <a:gd name="connsiteX3" fmla="*/ 0 w 697143"/>
              <a:gd name="connsiteY3" fmla="*/ 348573 h 697146"/>
              <a:gd name="connsiteX4" fmla="*/ 0 w 697143"/>
              <a:gd name="connsiteY4" fmla="*/ 348573 h 697146"/>
              <a:gd name="connsiteX5" fmla="*/ 348572 w 697143"/>
              <a:gd name="connsiteY5" fmla="*/ 0 h 697146"/>
              <a:gd name="connsiteX6" fmla="*/ 348572 w 697143"/>
              <a:gd name="connsiteY6" fmla="*/ 0 h 697146"/>
              <a:gd name="connsiteX7" fmla="*/ 697143 w 697143"/>
              <a:gd name="connsiteY7" fmla="*/ 348573 h 697146"/>
              <a:gd name="connsiteX8" fmla="*/ 697143 w 697143"/>
              <a:gd name="connsiteY8" fmla="*/ 348573 h 69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7143" h="697146">
                <a:moveTo>
                  <a:pt x="697143" y="348573"/>
                </a:moveTo>
                <a:cubicBezTo>
                  <a:pt x="697143" y="541482"/>
                  <a:pt x="541481" y="697147"/>
                  <a:pt x="348572" y="697147"/>
                </a:cubicBezTo>
                <a:lnTo>
                  <a:pt x="348572" y="697147"/>
                </a:lnTo>
                <a:cubicBezTo>
                  <a:pt x="155664" y="697147"/>
                  <a:pt x="0" y="541482"/>
                  <a:pt x="0" y="348573"/>
                </a:cubicBezTo>
                <a:lnTo>
                  <a:pt x="0" y="348573"/>
                </a:lnTo>
                <a:cubicBezTo>
                  <a:pt x="0" y="155664"/>
                  <a:pt x="155664" y="0"/>
                  <a:pt x="348572" y="0"/>
                </a:cubicBezTo>
                <a:lnTo>
                  <a:pt x="348572" y="0"/>
                </a:lnTo>
                <a:cubicBezTo>
                  <a:pt x="541481" y="0"/>
                  <a:pt x="697143" y="155664"/>
                  <a:pt x="697143" y="348573"/>
                </a:cubicBezTo>
                <a:lnTo>
                  <a:pt x="697143" y="348573"/>
                </a:lnTo>
                <a:close/>
              </a:path>
            </a:pathLst>
          </a:custGeom>
          <a:solidFill>
            <a:srgbClr val="FC6D1D"/>
          </a:solidFill>
          <a:ln w="95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FC447DF-2D4E-4E2C-9A47-89E7603434C6}"/>
              </a:ext>
            </a:extLst>
          </p:cNvPr>
          <p:cNvSpPr/>
          <p:nvPr/>
        </p:nvSpPr>
        <p:spPr>
          <a:xfrm>
            <a:off x="5764769" y="4672048"/>
            <a:ext cx="697143" cy="697146"/>
          </a:xfrm>
          <a:custGeom>
            <a:avLst/>
            <a:gdLst>
              <a:gd name="connsiteX0" fmla="*/ 697143 w 697143"/>
              <a:gd name="connsiteY0" fmla="*/ 348573 h 697146"/>
              <a:gd name="connsiteX1" fmla="*/ 348572 w 697143"/>
              <a:gd name="connsiteY1" fmla="*/ 697146 h 697146"/>
              <a:gd name="connsiteX2" fmla="*/ 348572 w 697143"/>
              <a:gd name="connsiteY2" fmla="*/ 697146 h 697146"/>
              <a:gd name="connsiteX3" fmla="*/ 0 w 697143"/>
              <a:gd name="connsiteY3" fmla="*/ 348573 h 697146"/>
              <a:gd name="connsiteX4" fmla="*/ 0 w 697143"/>
              <a:gd name="connsiteY4" fmla="*/ 348573 h 697146"/>
              <a:gd name="connsiteX5" fmla="*/ 348572 w 697143"/>
              <a:gd name="connsiteY5" fmla="*/ 0 h 697146"/>
              <a:gd name="connsiteX6" fmla="*/ 348572 w 697143"/>
              <a:gd name="connsiteY6" fmla="*/ 0 h 697146"/>
              <a:gd name="connsiteX7" fmla="*/ 697143 w 697143"/>
              <a:gd name="connsiteY7" fmla="*/ 348573 h 697146"/>
              <a:gd name="connsiteX8" fmla="*/ 697143 w 697143"/>
              <a:gd name="connsiteY8" fmla="*/ 348573 h 69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7143" h="697146">
                <a:moveTo>
                  <a:pt x="697143" y="348573"/>
                </a:moveTo>
                <a:cubicBezTo>
                  <a:pt x="697143" y="541482"/>
                  <a:pt x="541480" y="697146"/>
                  <a:pt x="348572" y="697146"/>
                </a:cubicBezTo>
                <a:lnTo>
                  <a:pt x="348572" y="697146"/>
                </a:lnTo>
                <a:cubicBezTo>
                  <a:pt x="155664" y="697146"/>
                  <a:pt x="0" y="541482"/>
                  <a:pt x="0" y="348573"/>
                </a:cubicBezTo>
                <a:lnTo>
                  <a:pt x="0" y="348573"/>
                </a:lnTo>
                <a:cubicBezTo>
                  <a:pt x="0" y="155664"/>
                  <a:pt x="155664" y="0"/>
                  <a:pt x="348572" y="0"/>
                </a:cubicBezTo>
                <a:lnTo>
                  <a:pt x="348572" y="0"/>
                </a:lnTo>
                <a:cubicBezTo>
                  <a:pt x="541480" y="0"/>
                  <a:pt x="697143" y="155664"/>
                  <a:pt x="697143" y="348573"/>
                </a:cubicBezTo>
                <a:lnTo>
                  <a:pt x="697143" y="348573"/>
                </a:lnTo>
                <a:close/>
              </a:path>
            </a:pathLst>
          </a:custGeom>
          <a:solidFill>
            <a:srgbClr val="FFB81A"/>
          </a:solidFill>
          <a:ln w="95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3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54">
            <a:extLst>
              <a:ext uri="{FF2B5EF4-FFF2-40B4-BE49-F238E27FC236}">
                <a16:creationId xmlns:a16="http://schemas.microsoft.com/office/drawing/2014/main" id="{964995A1-231B-494B-9137-B8BC5AEF085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25427" y="5016963"/>
            <a:ext cx="156687" cy="156687"/>
          </a:xfrm>
          <a:prstGeom prst="ellipse">
            <a:avLst/>
          </a:prstGeom>
          <a:solidFill>
            <a:srgbClr val="EB2A2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>
              <a:latin typeface="Lato" panose="020F0502020204030203" pitchFamily="34" charset="0"/>
            </a:endParaRPr>
          </a:p>
        </p:txBody>
      </p:sp>
      <p:sp>
        <p:nvSpPr>
          <p:cNvPr id="6" name="Freeform 355">
            <a:extLst>
              <a:ext uri="{FF2B5EF4-FFF2-40B4-BE49-F238E27FC236}">
                <a16:creationId xmlns:a16="http://schemas.microsoft.com/office/drawing/2014/main" id="{C56974A5-EFCA-4EB6-A93D-E06FCA60E1A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534927" y="253078"/>
            <a:ext cx="6357871" cy="6351845"/>
          </a:xfrm>
          <a:custGeom>
            <a:avLst/>
            <a:gdLst>
              <a:gd name="T0" fmla="*/ 892 w 928"/>
              <a:gd name="T1" fmla="*/ 643 h 928"/>
              <a:gd name="T2" fmla="*/ 903 w 928"/>
              <a:gd name="T3" fmla="*/ 314 h 928"/>
              <a:gd name="T4" fmla="*/ 800 w 928"/>
              <a:gd name="T5" fmla="*/ 302 h 928"/>
              <a:gd name="T6" fmla="*/ 894 w 928"/>
              <a:gd name="T7" fmla="*/ 291 h 928"/>
              <a:gd name="T8" fmla="*/ 556 w 928"/>
              <a:gd name="T9" fmla="*/ 86 h 928"/>
              <a:gd name="T10" fmla="*/ 556 w 928"/>
              <a:gd name="T11" fmla="*/ 63 h 928"/>
              <a:gd name="T12" fmla="*/ 464 w 928"/>
              <a:gd name="T13" fmla="*/ 0 h 928"/>
              <a:gd name="T14" fmla="*/ 59 w 928"/>
              <a:gd name="T15" fmla="*/ 279 h 928"/>
              <a:gd name="T16" fmla="*/ 59 w 928"/>
              <a:gd name="T17" fmla="*/ 302 h 928"/>
              <a:gd name="T18" fmla="*/ 2 w 928"/>
              <a:gd name="T19" fmla="*/ 421 h 928"/>
              <a:gd name="T20" fmla="*/ 201 w 928"/>
              <a:gd name="T21" fmla="*/ 433 h 928"/>
              <a:gd name="T22" fmla="*/ 0 w 928"/>
              <a:gd name="T23" fmla="*/ 445 h 928"/>
              <a:gd name="T24" fmla="*/ 60 w 928"/>
              <a:gd name="T25" fmla="*/ 694 h 928"/>
              <a:gd name="T26" fmla="*/ 149 w 928"/>
              <a:gd name="T27" fmla="*/ 705 h 928"/>
              <a:gd name="T28" fmla="*/ 75 w 928"/>
              <a:gd name="T29" fmla="*/ 717 h 928"/>
              <a:gd name="T30" fmla="*/ 293 w 928"/>
              <a:gd name="T31" fmla="*/ 775 h 928"/>
              <a:gd name="T32" fmla="*/ 293 w 928"/>
              <a:gd name="T33" fmla="*/ 798 h 928"/>
              <a:gd name="T34" fmla="*/ 464 w 928"/>
              <a:gd name="T35" fmla="*/ 928 h 928"/>
              <a:gd name="T36" fmla="*/ 510 w 928"/>
              <a:gd name="T37" fmla="*/ 908 h 928"/>
              <a:gd name="T38" fmla="*/ 510 w 928"/>
              <a:gd name="T39" fmla="*/ 885 h 928"/>
              <a:gd name="T40" fmla="*/ 882 w 928"/>
              <a:gd name="T41" fmla="*/ 666 h 928"/>
              <a:gd name="T42" fmla="*/ 672 w 928"/>
              <a:gd name="T43" fmla="*/ 654 h 928"/>
              <a:gd name="T44" fmla="*/ 226 w 928"/>
              <a:gd name="T45" fmla="*/ 421 h 928"/>
              <a:gd name="T46" fmla="*/ 226 w 928"/>
              <a:gd name="T47" fmla="*/ 445 h 928"/>
              <a:gd name="T48" fmla="*/ 226 w 928"/>
              <a:gd name="T49" fmla="*/ 421 h 928"/>
              <a:gd name="T50" fmla="*/ 127 w 928"/>
              <a:gd name="T51" fmla="*/ 632 h 928"/>
              <a:gd name="T52" fmla="*/ 233 w 928"/>
              <a:gd name="T53" fmla="*/ 620 h 928"/>
              <a:gd name="T54" fmla="*/ 233 w 928"/>
              <a:gd name="T55" fmla="*/ 644 h 928"/>
              <a:gd name="T56" fmla="*/ 174 w 928"/>
              <a:gd name="T57" fmla="*/ 717 h 928"/>
              <a:gd name="T58" fmla="*/ 174 w 928"/>
              <a:gd name="T59" fmla="*/ 694 h 928"/>
              <a:gd name="T60" fmla="*/ 174 w 928"/>
              <a:gd name="T61" fmla="*/ 717 h 928"/>
              <a:gd name="T62" fmla="*/ 227 w 928"/>
              <a:gd name="T63" fmla="*/ 705 h 928"/>
              <a:gd name="T64" fmla="*/ 250 w 928"/>
              <a:gd name="T65" fmla="*/ 705 h 928"/>
              <a:gd name="T66" fmla="*/ 519 w 928"/>
              <a:gd name="T67" fmla="*/ 86 h 928"/>
              <a:gd name="T68" fmla="*/ 519 w 928"/>
              <a:gd name="T69" fmla="*/ 63 h 928"/>
              <a:gd name="T70" fmla="*/ 519 w 928"/>
              <a:gd name="T71" fmla="*/ 86 h 928"/>
              <a:gd name="T72" fmla="*/ 777 w 928"/>
              <a:gd name="T73" fmla="*/ 302 h 928"/>
              <a:gd name="T74" fmla="*/ 754 w 928"/>
              <a:gd name="T75" fmla="*/ 302 h 928"/>
              <a:gd name="T76" fmla="*/ 669 w 928"/>
              <a:gd name="T77" fmla="*/ 302 h 928"/>
              <a:gd name="T78" fmla="*/ 729 w 928"/>
              <a:gd name="T79" fmla="*/ 291 h 928"/>
              <a:gd name="T80" fmla="*/ 729 w 928"/>
              <a:gd name="T81" fmla="*/ 314 h 928"/>
              <a:gd name="T82" fmla="*/ 669 w 928"/>
              <a:gd name="T83" fmla="*/ 302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28" h="928">
                <a:moveTo>
                  <a:pt x="684" y="643"/>
                </a:moveTo>
                <a:cubicBezTo>
                  <a:pt x="892" y="643"/>
                  <a:pt x="892" y="643"/>
                  <a:pt x="892" y="643"/>
                </a:cubicBezTo>
                <a:cubicBezTo>
                  <a:pt x="915" y="588"/>
                  <a:pt x="928" y="527"/>
                  <a:pt x="928" y="464"/>
                </a:cubicBezTo>
                <a:cubicBezTo>
                  <a:pt x="928" y="411"/>
                  <a:pt x="919" y="361"/>
                  <a:pt x="903" y="314"/>
                </a:cubicBezTo>
                <a:cubicBezTo>
                  <a:pt x="812" y="314"/>
                  <a:pt x="812" y="314"/>
                  <a:pt x="812" y="314"/>
                </a:cubicBezTo>
                <a:cubicBezTo>
                  <a:pt x="805" y="314"/>
                  <a:pt x="800" y="309"/>
                  <a:pt x="800" y="302"/>
                </a:cubicBezTo>
                <a:cubicBezTo>
                  <a:pt x="800" y="296"/>
                  <a:pt x="805" y="291"/>
                  <a:pt x="812" y="291"/>
                </a:cubicBezTo>
                <a:cubicBezTo>
                  <a:pt x="894" y="291"/>
                  <a:pt x="894" y="291"/>
                  <a:pt x="894" y="291"/>
                </a:cubicBezTo>
                <a:cubicBezTo>
                  <a:pt x="861" y="208"/>
                  <a:pt x="804" y="137"/>
                  <a:pt x="733" y="86"/>
                </a:cubicBezTo>
                <a:cubicBezTo>
                  <a:pt x="556" y="86"/>
                  <a:pt x="556" y="86"/>
                  <a:pt x="556" y="86"/>
                </a:cubicBezTo>
                <a:cubicBezTo>
                  <a:pt x="549" y="86"/>
                  <a:pt x="544" y="81"/>
                  <a:pt x="544" y="74"/>
                </a:cubicBezTo>
                <a:cubicBezTo>
                  <a:pt x="544" y="68"/>
                  <a:pt x="549" y="63"/>
                  <a:pt x="556" y="63"/>
                </a:cubicBezTo>
                <a:cubicBezTo>
                  <a:pt x="697" y="63"/>
                  <a:pt x="697" y="63"/>
                  <a:pt x="697" y="63"/>
                </a:cubicBezTo>
                <a:cubicBezTo>
                  <a:pt x="628" y="23"/>
                  <a:pt x="549" y="0"/>
                  <a:pt x="464" y="0"/>
                </a:cubicBezTo>
                <a:cubicBezTo>
                  <a:pt x="273" y="0"/>
                  <a:pt x="109" y="115"/>
                  <a:pt x="38" y="279"/>
                </a:cubicBezTo>
                <a:cubicBezTo>
                  <a:pt x="59" y="279"/>
                  <a:pt x="59" y="279"/>
                  <a:pt x="59" y="279"/>
                </a:cubicBezTo>
                <a:cubicBezTo>
                  <a:pt x="65" y="279"/>
                  <a:pt x="71" y="284"/>
                  <a:pt x="71" y="291"/>
                </a:cubicBezTo>
                <a:cubicBezTo>
                  <a:pt x="71" y="297"/>
                  <a:pt x="65" y="302"/>
                  <a:pt x="59" y="302"/>
                </a:cubicBezTo>
                <a:cubicBezTo>
                  <a:pt x="29" y="302"/>
                  <a:pt x="29" y="302"/>
                  <a:pt x="29" y="302"/>
                </a:cubicBezTo>
                <a:cubicBezTo>
                  <a:pt x="15" y="340"/>
                  <a:pt x="5" y="380"/>
                  <a:pt x="2" y="421"/>
                </a:cubicBezTo>
                <a:cubicBezTo>
                  <a:pt x="189" y="421"/>
                  <a:pt x="189" y="421"/>
                  <a:pt x="189" y="421"/>
                </a:cubicBezTo>
                <a:cubicBezTo>
                  <a:pt x="196" y="421"/>
                  <a:pt x="201" y="427"/>
                  <a:pt x="201" y="433"/>
                </a:cubicBezTo>
                <a:cubicBezTo>
                  <a:pt x="201" y="439"/>
                  <a:pt x="196" y="445"/>
                  <a:pt x="189" y="445"/>
                </a:cubicBezTo>
                <a:cubicBezTo>
                  <a:pt x="0" y="445"/>
                  <a:pt x="0" y="445"/>
                  <a:pt x="0" y="445"/>
                </a:cubicBezTo>
                <a:cubicBezTo>
                  <a:pt x="0" y="451"/>
                  <a:pt x="0" y="457"/>
                  <a:pt x="0" y="464"/>
                </a:cubicBezTo>
                <a:cubicBezTo>
                  <a:pt x="0" y="548"/>
                  <a:pt x="22" y="626"/>
                  <a:pt x="60" y="694"/>
                </a:cubicBezTo>
                <a:cubicBezTo>
                  <a:pt x="137" y="694"/>
                  <a:pt x="137" y="694"/>
                  <a:pt x="137" y="694"/>
                </a:cubicBezTo>
                <a:cubicBezTo>
                  <a:pt x="144" y="694"/>
                  <a:pt x="149" y="699"/>
                  <a:pt x="149" y="705"/>
                </a:cubicBezTo>
                <a:cubicBezTo>
                  <a:pt x="149" y="712"/>
                  <a:pt x="144" y="717"/>
                  <a:pt x="137" y="717"/>
                </a:cubicBezTo>
                <a:cubicBezTo>
                  <a:pt x="75" y="717"/>
                  <a:pt x="75" y="717"/>
                  <a:pt x="75" y="717"/>
                </a:cubicBezTo>
                <a:cubicBezTo>
                  <a:pt x="88" y="737"/>
                  <a:pt x="103" y="757"/>
                  <a:pt x="119" y="775"/>
                </a:cubicBezTo>
                <a:cubicBezTo>
                  <a:pt x="293" y="775"/>
                  <a:pt x="293" y="775"/>
                  <a:pt x="293" y="775"/>
                </a:cubicBezTo>
                <a:cubicBezTo>
                  <a:pt x="300" y="775"/>
                  <a:pt x="305" y="780"/>
                  <a:pt x="305" y="786"/>
                </a:cubicBezTo>
                <a:cubicBezTo>
                  <a:pt x="305" y="793"/>
                  <a:pt x="300" y="798"/>
                  <a:pt x="293" y="798"/>
                </a:cubicBezTo>
                <a:cubicBezTo>
                  <a:pt x="142" y="798"/>
                  <a:pt x="142" y="798"/>
                  <a:pt x="142" y="798"/>
                </a:cubicBezTo>
                <a:cubicBezTo>
                  <a:pt x="225" y="878"/>
                  <a:pt x="339" y="928"/>
                  <a:pt x="464" y="928"/>
                </a:cubicBezTo>
                <a:cubicBezTo>
                  <a:pt x="511" y="928"/>
                  <a:pt x="556" y="921"/>
                  <a:pt x="598" y="908"/>
                </a:cubicBezTo>
                <a:cubicBezTo>
                  <a:pt x="510" y="908"/>
                  <a:pt x="510" y="908"/>
                  <a:pt x="510" y="908"/>
                </a:cubicBezTo>
                <a:cubicBezTo>
                  <a:pt x="504" y="908"/>
                  <a:pt x="498" y="903"/>
                  <a:pt x="498" y="897"/>
                </a:cubicBezTo>
                <a:cubicBezTo>
                  <a:pt x="498" y="890"/>
                  <a:pt x="504" y="885"/>
                  <a:pt x="510" y="885"/>
                </a:cubicBezTo>
                <a:cubicBezTo>
                  <a:pt x="659" y="885"/>
                  <a:pt x="659" y="885"/>
                  <a:pt x="659" y="885"/>
                </a:cubicBezTo>
                <a:cubicBezTo>
                  <a:pt x="756" y="840"/>
                  <a:pt x="835" y="762"/>
                  <a:pt x="882" y="666"/>
                </a:cubicBezTo>
                <a:cubicBezTo>
                  <a:pt x="684" y="666"/>
                  <a:pt x="684" y="666"/>
                  <a:pt x="684" y="666"/>
                </a:cubicBezTo>
                <a:cubicBezTo>
                  <a:pt x="677" y="666"/>
                  <a:pt x="672" y="661"/>
                  <a:pt x="672" y="654"/>
                </a:cubicBezTo>
                <a:cubicBezTo>
                  <a:pt x="672" y="648"/>
                  <a:pt x="677" y="643"/>
                  <a:pt x="684" y="643"/>
                </a:cubicBezTo>
                <a:close/>
                <a:moveTo>
                  <a:pt x="226" y="421"/>
                </a:moveTo>
                <a:cubicBezTo>
                  <a:pt x="233" y="421"/>
                  <a:pt x="238" y="427"/>
                  <a:pt x="238" y="433"/>
                </a:cubicBezTo>
                <a:cubicBezTo>
                  <a:pt x="238" y="439"/>
                  <a:pt x="233" y="445"/>
                  <a:pt x="226" y="445"/>
                </a:cubicBezTo>
                <a:cubicBezTo>
                  <a:pt x="220" y="445"/>
                  <a:pt x="214" y="439"/>
                  <a:pt x="214" y="433"/>
                </a:cubicBezTo>
                <a:cubicBezTo>
                  <a:pt x="214" y="427"/>
                  <a:pt x="220" y="421"/>
                  <a:pt x="226" y="421"/>
                </a:cubicBezTo>
                <a:close/>
                <a:moveTo>
                  <a:pt x="138" y="644"/>
                </a:moveTo>
                <a:cubicBezTo>
                  <a:pt x="132" y="644"/>
                  <a:pt x="127" y="638"/>
                  <a:pt x="127" y="632"/>
                </a:cubicBezTo>
                <a:cubicBezTo>
                  <a:pt x="127" y="626"/>
                  <a:pt x="132" y="620"/>
                  <a:pt x="138" y="620"/>
                </a:cubicBezTo>
                <a:cubicBezTo>
                  <a:pt x="233" y="620"/>
                  <a:pt x="233" y="620"/>
                  <a:pt x="233" y="620"/>
                </a:cubicBezTo>
                <a:cubicBezTo>
                  <a:pt x="240" y="620"/>
                  <a:pt x="245" y="626"/>
                  <a:pt x="245" y="632"/>
                </a:cubicBezTo>
                <a:cubicBezTo>
                  <a:pt x="245" y="638"/>
                  <a:pt x="240" y="644"/>
                  <a:pt x="233" y="644"/>
                </a:cubicBezTo>
                <a:lnTo>
                  <a:pt x="138" y="644"/>
                </a:lnTo>
                <a:close/>
                <a:moveTo>
                  <a:pt x="174" y="717"/>
                </a:moveTo>
                <a:cubicBezTo>
                  <a:pt x="168" y="717"/>
                  <a:pt x="163" y="712"/>
                  <a:pt x="163" y="705"/>
                </a:cubicBezTo>
                <a:cubicBezTo>
                  <a:pt x="163" y="699"/>
                  <a:pt x="168" y="694"/>
                  <a:pt x="174" y="694"/>
                </a:cubicBezTo>
                <a:cubicBezTo>
                  <a:pt x="181" y="694"/>
                  <a:pt x="186" y="699"/>
                  <a:pt x="186" y="705"/>
                </a:cubicBezTo>
                <a:cubicBezTo>
                  <a:pt x="186" y="712"/>
                  <a:pt x="181" y="717"/>
                  <a:pt x="174" y="717"/>
                </a:cubicBezTo>
                <a:close/>
                <a:moveTo>
                  <a:pt x="238" y="717"/>
                </a:moveTo>
                <a:cubicBezTo>
                  <a:pt x="232" y="717"/>
                  <a:pt x="227" y="712"/>
                  <a:pt x="227" y="705"/>
                </a:cubicBezTo>
                <a:cubicBezTo>
                  <a:pt x="227" y="699"/>
                  <a:pt x="232" y="694"/>
                  <a:pt x="238" y="694"/>
                </a:cubicBezTo>
                <a:cubicBezTo>
                  <a:pt x="245" y="694"/>
                  <a:pt x="250" y="699"/>
                  <a:pt x="250" y="705"/>
                </a:cubicBezTo>
                <a:cubicBezTo>
                  <a:pt x="250" y="712"/>
                  <a:pt x="245" y="717"/>
                  <a:pt x="238" y="717"/>
                </a:cubicBezTo>
                <a:close/>
                <a:moveTo>
                  <a:pt x="519" y="86"/>
                </a:moveTo>
                <a:cubicBezTo>
                  <a:pt x="513" y="86"/>
                  <a:pt x="507" y="81"/>
                  <a:pt x="507" y="74"/>
                </a:cubicBezTo>
                <a:cubicBezTo>
                  <a:pt x="507" y="68"/>
                  <a:pt x="513" y="63"/>
                  <a:pt x="519" y="63"/>
                </a:cubicBezTo>
                <a:cubicBezTo>
                  <a:pt x="525" y="63"/>
                  <a:pt x="531" y="68"/>
                  <a:pt x="531" y="74"/>
                </a:cubicBezTo>
                <a:cubicBezTo>
                  <a:pt x="531" y="81"/>
                  <a:pt x="525" y="86"/>
                  <a:pt x="519" y="86"/>
                </a:cubicBezTo>
                <a:close/>
                <a:moveTo>
                  <a:pt x="766" y="291"/>
                </a:moveTo>
                <a:cubicBezTo>
                  <a:pt x="772" y="291"/>
                  <a:pt x="777" y="296"/>
                  <a:pt x="777" y="302"/>
                </a:cubicBezTo>
                <a:cubicBezTo>
                  <a:pt x="777" y="309"/>
                  <a:pt x="772" y="314"/>
                  <a:pt x="766" y="314"/>
                </a:cubicBezTo>
                <a:cubicBezTo>
                  <a:pt x="759" y="314"/>
                  <a:pt x="754" y="309"/>
                  <a:pt x="754" y="302"/>
                </a:cubicBezTo>
                <a:cubicBezTo>
                  <a:pt x="754" y="296"/>
                  <a:pt x="759" y="291"/>
                  <a:pt x="766" y="291"/>
                </a:cubicBezTo>
                <a:close/>
                <a:moveTo>
                  <a:pt x="669" y="302"/>
                </a:moveTo>
                <a:cubicBezTo>
                  <a:pt x="669" y="296"/>
                  <a:pt x="674" y="291"/>
                  <a:pt x="680" y="291"/>
                </a:cubicBezTo>
                <a:cubicBezTo>
                  <a:pt x="729" y="291"/>
                  <a:pt x="729" y="291"/>
                  <a:pt x="729" y="291"/>
                </a:cubicBezTo>
                <a:cubicBezTo>
                  <a:pt x="735" y="291"/>
                  <a:pt x="741" y="296"/>
                  <a:pt x="741" y="302"/>
                </a:cubicBezTo>
                <a:cubicBezTo>
                  <a:pt x="741" y="309"/>
                  <a:pt x="735" y="314"/>
                  <a:pt x="729" y="314"/>
                </a:cubicBezTo>
                <a:cubicBezTo>
                  <a:pt x="680" y="314"/>
                  <a:pt x="680" y="314"/>
                  <a:pt x="680" y="314"/>
                </a:cubicBezTo>
                <a:cubicBezTo>
                  <a:pt x="674" y="314"/>
                  <a:pt x="669" y="309"/>
                  <a:pt x="669" y="302"/>
                </a:cubicBezTo>
                <a:close/>
              </a:path>
            </a:pathLst>
          </a:custGeom>
          <a:solidFill>
            <a:srgbClr val="005A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>
              <a:latin typeface="Lato" panose="020F050202020403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CF1250-5FF4-4E4A-9B73-54BB3E5F2B71}"/>
              </a:ext>
            </a:extLst>
          </p:cNvPr>
          <p:cNvGrpSpPr/>
          <p:nvPr userDrawn="1"/>
        </p:nvGrpSpPr>
        <p:grpSpPr>
          <a:xfrm>
            <a:off x="10606159" y="656848"/>
            <a:ext cx="1404155" cy="123543"/>
            <a:chOff x="6870701" y="1968500"/>
            <a:chExt cx="739775" cy="65088"/>
          </a:xfrm>
          <a:solidFill>
            <a:schemeClr val="accent4"/>
          </a:solidFill>
        </p:grpSpPr>
        <p:sp>
          <p:nvSpPr>
            <p:cNvPr id="8" name="Freeform 356">
              <a:extLst>
                <a:ext uri="{FF2B5EF4-FFF2-40B4-BE49-F238E27FC236}">
                  <a16:creationId xmlns:a16="http://schemas.microsoft.com/office/drawing/2014/main" id="{9B3EC075-700C-4A98-8950-DCB6836AC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701" y="1968500"/>
              <a:ext cx="382588" cy="65088"/>
            </a:xfrm>
            <a:custGeom>
              <a:avLst/>
              <a:gdLst>
                <a:gd name="T0" fmla="*/ 106 w 106"/>
                <a:gd name="T1" fmla="*/ 9 h 18"/>
                <a:gd name="T2" fmla="*/ 97 w 106"/>
                <a:gd name="T3" fmla="*/ 18 h 18"/>
                <a:gd name="T4" fmla="*/ 9 w 106"/>
                <a:gd name="T5" fmla="*/ 18 h 18"/>
                <a:gd name="T6" fmla="*/ 0 w 106"/>
                <a:gd name="T7" fmla="*/ 9 h 18"/>
                <a:gd name="T8" fmla="*/ 0 w 106"/>
                <a:gd name="T9" fmla="*/ 9 h 18"/>
                <a:gd name="T10" fmla="*/ 9 w 106"/>
                <a:gd name="T11" fmla="*/ 0 h 18"/>
                <a:gd name="T12" fmla="*/ 97 w 106"/>
                <a:gd name="T13" fmla="*/ 0 h 18"/>
                <a:gd name="T14" fmla="*/ 106 w 106"/>
                <a:gd name="T1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18">
                  <a:moveTo>
                    <a:pt x="106" y="9"/>
                  </a:moveTo>
                  <a:cubicBezTo>
                    <a:pt x="106" y="14"/>
                    <a:pt x="102" y="18"/>
                    <a:pt x="97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2" y="0"/>
                    <a:pt x="106" y="4"/>
                    <a:pt x="106" y="9"/>
                  </a:cubicBezTo>
                  <a:close/>
                </a:path>
              </a:pathLst>
            </a:custGeom>
            <a:solidFill>
              <a:srgbClr val="FC6D1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  <p:sp>
          <p:nvSpPr>
            <p:cNvPr id="9" name="Freeform 357">
              <a:extLst>
                <a:ext uri="{FF2B5EF4-FFF2-40B4-BE49-F238E27FC236}">
                  <a16:creationId xmlns:a16="http://schemas.microsoft.com/office/drawing/2014/main" id="{2B58F46B-32FE-40C5-80D9-A37B84041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263" y="1968500"/>
              <a:ext cx="201613" cy="65088"/>
            </a:xfrm>
            <a:custGeom>
              <a:avLst/>
              <a:gdLst>
                <a:gd name="T0" fmla="*/ 56 w 56"/>
                <a:gd name="T1" fmla="*/ 9 h 18"/>
                <a:gd name="T2" fmla="*/ 47 w 56"/>
                <a:gd name="T3" fmla="*/ 18 h 18"/>
                <a:gd name="T4" fmla="*/ 9 w 56"/>
                <a:gd name="T5" fmla="*/ 18 h 18"/>
                <a:gd name="T6" fmla="*/ 0 w 56"/>
                <a:gd name="T7" fmla="*/ 9 h 18"/>
                <a:gd name="T8" fmla="*/ 0 w 56"/>
                <a:gd name="T9" fmla="*/ 9 h 18"/>
                <a:gd name="T10" fmla="*/ 9 w 56"/>
                <a:gd name="T11" fmla="*/ 0 h 18"/>
                <a:gd name="T12" fmla="*/ 47 w 56"/>
                <a:gd name="T13" fmla="*/ 0 h 18"/>
                <a:gd name="T14" fmla="*/ 56 w 56"/>
                <a:gd name="T1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18">
                  <a:moveTo>
                    <a:pt x="56" y="9"/>
                  </a:moveTo>
                  <a:cubicBezTo>
                    <a:pt x="56" y="14"/>
                    <a:pt x="52" y="18"/>
                    <a:pt x="47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2" y="0"/>
                    <a:pt x="56" y="4"/>
                    <a:pt x="56" y="9"/>
                  </a:cubicBezTo>
                  <a:close/>
                </a:path>
              </a:pathLst>
            </a:custGeom>
            <a:solidFill>
              <a:srgbClr val="FEB81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  <p:sp>
          <p:nvSpPr>
            <p:cNvPr id="10" name="Oval 358">
              <a:extLst>
                <a:ext uri="{FF2B5EF4-FFF2-40B4-BE49-F238E27FC236}">
                  <a16:creationId xmlns:a16="http://schemas.microsoft.com/office/drawing/2014/main" id="{EB83ED13-F09F-4B1B-89F3-296A02DB1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5388" y="1968500"/>
              <a:ext cx="65088" cy="65088"/>
            </a:xfrm>
            <a:prstGeom prst="ellipse">
              <a:avLst/>
            </a:prstGeom>
            <a:solidFill>
              <a:srgbClr val="EB2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A27802-1FDA-41FC-B060-66BC80BCF7F0}"/>
              </a:ext>
            </a:extLst>
          </p:cNvPr>
          <p:cNvGrpSpPr/>
          <p:nvPr userDrawn="1"/>
        </p:nvGrpSpPr>
        <p:grpSpPr>
          <a:xfrm>
            <a:off x="9988450" y="6369893"/>
            <a:ext cx="967241" cy="123543"/>
            <a:chOff x="6545263" y="4978400"/>
            <a:chExt cx="509588" cy="65088"/>
          </a:xfrm>
          <a:solidFill>
            <a:schemeClr val="accent4"/>
          </a:solidFill>
        </p:grpSpPr>
        <p:sp>
          <p:nvSpPr>
            <p:cNvPr id="12" name="Freeform 359">
              <a:extLst>
                <a:ext uri="{FF2B5EF4-FFF2-40B4-BE49-F238E27FC236}">
                  <a16:creationId xmlns:a16="http://schemas.microsoft.com/office/drawing/2014/main" id="{86066150-D53C-444B-B184-B287536DA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263" y="4978400"/>
              <a:ext cx="382588" cy="65088"/>
            </a:xfrm>
            <a:custGeom>
              <a:avLst/>
              <a:gdLst>
                <a:gd name="T0" fmla="*/ 106 w 106"/>
                <a:gd name="T1" fmla="*/ 9 h 18"/>
                <a:gd name="T2" fmla="*/ 97 w 106"/>
                <a:gd name="T3" fmla="*/ 18 h 18"/>
                <a:gd name="T4" fmla="*/ 9 w 106"/>
                <a:gd name="T5" fmla="*/ 18 h 18"/>
                <a:gd name="T6" fmla="*/ 0 w 106"/>
                <a:gd name="T7" fmla="*/ 9 h 18"/>
                <a:gd name="T8" fmla="*/ 0 w 106"/>
                <a:gd name="T9" fmla="*/ 9 h 18"/>
                <a:gd name="T10" fmla="*/ 9 w 106"/>
                <a:gd name="T11" fmla="*/ 0 h 18"/>
                <a:gd name="T12" fmla="*/ 97 w 106"/>
                <a:gd name="T13" fmla="*/ 0 h 18"/>
                <a:gd name="T14" fmla="*/ 106 w 106"/>
                <a:gd name="T1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18">
                  <a:moveTo>
                    <a:pt x="106" y="9"/>
                  </a:moveTo>
                  <a:cubicBezTo>
                    <a:pt x="106" y="14"/>
                    <a:pt x="102" y="18"/>
                    <a:pt x="97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2" y="0"/>
                    <a:pt x="106" y="4"/>
                    <a:pt x="106" y="9"/>
                  </a:cubicBezTo>
                  <a:close/>
                </a:path>
              </a:pathLst>
            </a:custGeom>
            <a:solidFill>
              <a:srgbClr val="EB2A2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  <p:sp>
          <p:nvSpPr>
            <p:cNvPr id="13" name="Oval 360">
              <a:extLst>
                <a:ext uri="{FF2B5EF4-FFF2-40B4-BE49-F238E27FC236}">
                  <a16:creationId xmlns:a16="http://schemas.microsoft.com/office/drawing/2014/main" id="{1E037280-1C3E-4F4C-8350-CBAAAFD7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9763" y="4978400"/>
              <a:ext cx="65088" cy="65088"/>
            </a:xfrm>
            <a:prstGeom prst="ellipse">
              <a:avLst/>
            </a:prstGeom>
            <a:solidFill>
              <a:srgbClr val="FEB81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63C7D4-6693-4C7A-B300-D03CE3EB0968}"/>
              </a:ext>
            </a:extLst>
          </p:cNvPr>
          <p:cNvGrpSpPr/>
          <p:nvPr userDrawn="1"/>
        </p:nvGrpSpPr>
        <p:grpSpPr>
          <a:xfrm flipH="1">
            <a:off x="4966096" y="2171201"/>
            <a:ext cx="759331" cy="120528"/>
            <a:chOff x="2385559" y="4089400"/>
            <a:chExt cx="400051" cy="63500"/>
          </a:xfrm>
        </p:grpSpPr>
        <p:sp>
          <p:nvSpPr>
            <p:cNvPr id="15" name="Freeform 361">
              <a:extLst>
                <a:ext uri="{FF2B5EF4-FFF2-40B4-BE49-F238E27FC236}">
                  <a16:creationId xmlns:a16="http://schemas.microsoft.com/office/drawing/2014/main" id="{B28AF2DE-6216-4E43-874E-FDCC0EEC5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559" y="4089400"/>
              <a:ext cx="303213" cy="63500"/>
            </a:xfrm>
            <a:custGeom>
              <a:avLst/>
              <a:gdLst>
                <a:gd name="T0" fmla="*/ 84 w 84"/>
                <a:gd name="T1" fmla="*/ 9 h 18"/>
                <a:gd name="T2" fmla="*/ 75 w 84"/>
                <a:gd name="T3" fmla="*/ 18 h 18"/>
                <a:gd name="T4" fmla="*/ 9 w 84"/>
                <a:gd name="T5" fmla="*/ 18 h 18"/>
                <a:gd name="T6" fmla="*/ 0 w 84"/>
                <a:gd name="T7" fmla="*/ 9 h 18"/>
                <a:gd name="T8" fmla="*/ 0 w 84"/>
                <a:gd name="T9" fmla="*/ 9 h 18"/>
                <a:gd name="T10" fmla="*/ 9 w 84"/>
                <a:gd name="T11" fmla="*/ 0 h 18"/>
                <a:gd name="T12" fmla="*/ 75 w 84"/>
                <a:gd name="T13" fmla="*/ 0 h 18"/>
                <a:gd name="T14" fmla="*/ 84 w 84"/>
                <a:gd name="T1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8">
                  <a:moveTo>
                    <a:pt x="84" y="9"/>
                  </a:moveTo>
                  <a:cubicBezTo>
                    <a:pt x="84" y="14"/>
                    <a:pt x="80" y="18"/>
                    <a:pt x="75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80" y="0"/>
                    <a:pt x="84" y="4"/>
                    <a:pt x="84" y="9"/>
                  </a:cubicBezTo>
                  <a:close/>
                </a:path>
              </a:pathLst>
            </a:custGeom>
            <a:solidFill>
              <a:srgbClr val="01CE8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  <p:sp>
          <p:nvSpPr>
            <p:cNvPr id="16" name="Oval 362">
              <a:extLst>
                <a:ext uri="{FF2B5EF4-FFF2-40B4-BE49-F238E27FC236}">
                  <a16:creationId xmlns:a16="http://schemas.microsoft.com/office/drawing/2014/main" id="{C0880921-9BCE-4899-97E9-278976BE9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522" y="4089400"/>
              <a:ext cx="65088" cy="63500"/>
            </a:xfrm>
            <a:prstGeom prst="ellipse">
              <a:avLst/>
            </a:prstGeom>
            <a:solidFill>
              <a:srgbClr val="FC6D1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 dirty="0">
                <a:latin typeface="Lato" panose="020F0502020204030203" pitchFamily="34" charset="0"/>
              </a:endParaRPr>
            </a:p>
          </p:txBody>
        </p:sp>
      </p:grpSp>
      <p:sp>
        <p:nvSpPr>
          <p:cNvPr id="18" name="Text Box 16">
            <a:extLst>
              <a:ext uri="{FF2B5EF4-FFF2-40B4-BE49-F238E27FC236}">
                <a16:creationId xmlns:a16="http://schemas.microsoft.com/office/drawing/2014/main" id="{0CC40381-B942-479F-9F74-5296D18FCC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4D85BF-D703-483E-9B8E-56A4303817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10856" y="628650"/>
            <a:ext cx="5606014" cy="5600700"/>
          </a:xfrm>
          <a:prstGeom prst="ellipse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6113E6-FE99-4BA5-8909-AD579AC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4209679"/>
            <a:ext cx="3822700" cy="885627"/>
          </a:xfrm>
        </p:spPr>
        <p:txBody>
          <a:bodyPr wrap="square" lIns="0" tIns="0" rIns="0" bIns="0" anchor="t" anchorCtr="0">
            <a:spAutoFit/>
          </a:bodyPr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B178395-0943-4E15-8F92-93709251C0D1}"/>
              </a:ext>
            </a:extLst>
          </p:cNvPr>
          <p:cNvSpPr txBox="1">
            <a:spLocks/>
          </p:cNvSpPr>
          <p:nvPr userDrawn="1"/>
        </p:nvSpPr>
        <p:spPr>
          <a:xfrm>
            <a:off x="11826181" y="6504793"/>
            <a:ext cx="27057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Lato" panose="020F0502020204030203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EB33EDB-1EE5-46F4-810C-86C36967AB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388" y="2800192"/>
            <a:ext cx="779015" cy="7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8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CDAEFF-69F3-45A1-9F84-ACCD728A2B2C}"/>
              </a:ext>
            </a:extLst>
          </p:cNvPr>
          <p:cNvSpPr/>
          <p:nvPr userDrawn="1"/>
        </p:nvSpPr>
        <p:spPr>
          <a:xfrm>
            <a:off x="6096000" y="6026727"/>
            <a:ext cx="6096000" cy="83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BA065D-9535-4981-9511-70DBD2DC87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01552" y="227915"/>
            <a:ext cx="7990449" cy="6402170"/>
          </a:xfrm>
          <a:custGeom>
            <a:avLst/>
            <a:gdLst>
              <a:gd name="connsiteX0" fmla="*/ 5857895 w 7990449"/>
              <a:gd name="connsiteY0" fmla="*/ 5860020 h 6402170"/>
              <a:gd name="connsiteX1" fmla="*/ 6127121 w 7990449"/>
              <a:gd name="connsiteY1" fmla="*/ 6129245 h 6402170"/>
              <a:gd name="connsiteX2" fmla="*/ 5859179 w 7990449"/>
              <a:gd name="connsiteY2" fmla="*/ 6397186 h 6402170"/>
              <a:gd name="connsiteX3" fmla="*/ 3982239 w 7990449"/>
              <a:gd name="connsiteY3" fmla="*/ 6402170 h 6402170"/>
              <a:gd name="connsiteX4" fmla="*/ 3713015 w 7990449"/>
              <a:gd name="connsiteY4" fmla="*/ 6132945 h 6402170"/>
              <a:gd name="connsiteX5" fmla="*/ 3983066 w 7990449"/>
              <a:gd name="connsiteY5" fmla="*/ 5862893 h 6402170"/>
              <a:gd name="connsiteX6" fmla="*/ 5857895 w 7990449"/>
              <a:gd name="connsiteY6" fmla="*/ 5860020 h 6402170"/>
              <a:gd name="connsiteX7" fmla="*/ 6592884 w 7990449"/>
              <a:gd name="connsiteY7" fmla="*/ 5834423 h 6402170"/>
              <a:gd name="connsiteX8" fmla="*/ 6871815 w 7990449"/>
              <a:gd name="connsiteY8" fmla="*/ 6113355 h 6402170"/>
              <a:gd name="connsiteX9" fmla="*/ 6592884 w 7990449"/>
              <a:gd name="connsiteY9" fmla="*/ 6392286 h 6402170"/>
              <a:gd name="connsiteX10" fmla="*/ 6313952 w 7990449"/>
              <a:gd name="connsiteY10" fmla="*/ 6113355 h 6402170"/>
              <a:gd name="connsiteX11" fmla="*/ 6592884 w 7990449"/>
              <a:gd name="connsiteY11" fmla="*/ 5834423 h 6402170"/>
              <a:gd name="connsiteX12" fmla="*/ 1627495 w 7990449"/>
              <a:gd name="connsiteY12" fmla="*/ 3491115 h 6402170"/>
              <a:gd name="connsiteX13" fmla="*/ 1896690 w 7990449"/>
              <a:gd name="connsiteY13" fmla="*/ 3760310 h 6402170"/>
              <a:gd name="connsiteX14" fmla="*/ 1629015 w 7990449"/>
              <a:gd name="connsiteY14" fmla="*/ 4027986 h 6402170"/>
              <a:gd name="connsiteX15" fmla="*/ 538425 w 7990449"/>
              <a:gd name="connsiteY15" fmla="*/ 4029179 h 6402170"/>
              <a:gd name="connsiteX16" fmla="*/ 269231 w 7990449"/>
              <a:gd name="connsiteY16" fmla="*/ 3759985 h 6402170"/>
              <a:gd name="connsiteX17" fmla="*/ 536907 w 7990449"/>
              <a:gd name="connsiteY17" fmla="*/ 3492308 h 6402170"/>
              <a:gd name="connsiteX18" fmla="*/ 1627495 w 7990449"/>
              <a:gd name="connsiteY18" fmla="*/ 3491115 h 6402170"/>
              <a:gd name="connsiteX19" fmla="*/ 3337774 w 7990449"/>
              <a:gd name="connsiteY19" fmla="*/ 2625959 h 6402170"/>
              <a:gd name="connsiteX20" fmla="*/ 3607026 w 7990449"/>
              <a:gd name="connsiteY20" fmla="*/ 2895210 h 6402170"/>
              <a:gd name="connsiteX21" fmla="*/ 3339357 w 7990449"/>
              <a:gd name="connsiteY21" fmla="*/ 3162882 h 6402170"/>
              <a:gd name="connsiteX22" fmla="*/ 964262 w 7990449"/>
              <a:gd name="connsiteY22" fmla="*/ 3165197 h 6402170"/>
              <a:gd name="connsiteX23" fmla="*/ 695010 w 7990449"/>
              <a:gd name="connsiteY23" fmla="*/ 2895946 h 6402170"/>
              <a:gd name="connsiteX24" fmla="*/ 964789 w 7990449"/>
              <a:gd name="connsiteY24" fmla="*/ 2626168 h 6402170"/>
              <a:gd name="connsiteX25" fmla="*/ 3337774 w 7990449"/>
              <a:gd name="connsiteY25" fmla="*/ 2625959 h 6402170"/>
              <a:gd name="connsiteX26" fmla="*/ 280953 w 7990449"/>
              <a:gd name="connsiteY26" fmla="*/ 2604164 h 6402170"/>
              <a:gd name="connsiteX27" fmla="*/ 559883 w 7990449"/>
              <a:gd name="connsiteY27" fmla="*/ 2883095 h 6402170"/>
              <a:gd name="connsiteX28" fmla="*/ 278932 w 7990449"/>
              <a:gd name="connsiteY28" fmla="*/ 3164047 h 6402170"/>
              <a:gd name="connsiteX29" fmla="*/ 0 w 7990449"/>
              <a:gd name="connsiteY29" fmla="*/ 2885116 h 6402170"/>
              <a:gd name="connsiteX30" fmla="*/ 280953 w 7990449"/>
              <a:gd name="connsiteY30" fmla="*/ 2604164 h 6402170"/>
              <a:gd name="connsiteX31" fmla="*/ 1595821 w 7990449"/>
              <a:gd name="connsiteY31" fmla="*/ 1314342 h 6402170"/>
              <a:gd name="connsiteX32" fmla="*/ 1874752 w 7990449"/>
              <a:gd name="connsiteY32" fmla="*/ 1593273 h 6402170"/>
              <a:gd name="connsiteX33" fmla="*/ 1593800 w 7990449"/>
              <a:gd name="connsiteY33" fmla="*/ 1874223 h 6402170"/>
              <a:gd name="connsiteX34" fmla="*/ 1314870 w 7990449"/>
              <a:gd name="connsiteY34" fmla="*/ 1595292 h 6402170"/>
              <a:gd name="connsiteX35" fmla="*/ 1595821 w 7990449"/>
              <a:gd name="connsiteY35" fmla="*/ 1314342 h 6402170"/>
              <a:gd name="connsiteX36" fmla="*/ 7201570 w 7990449"/>
              <a:gd name="connsiteY36" fmla="*/ 771024 h 6402170"/>
              <a:gd name="connsiteX37" fmla="*/ 7990449 w 7990449"/>
              <a:gd name="connsiteY37" fmla="*/ 771024 h 6402170"/>
              <a:gd name="connsiteX38" fmla="*/ 7990449 w 7990449"/>
              <a:gd name="connsiteY38" fmla="*/ 5608329 h 6402170"/>
              <a:gd name="connsiteX39" fmla="*/ 7201570 w 7990449"/>
              <a:gd name="connsiteY39" fmla="*/ 5608329 h 6402170"/>
              <a:gd name="connsiteX40" fmla="*/ 7201570 w 7990449"/>
              <a:gd name="connsiteY40" fmla="*/ 5607979 h 6402170"/>
              <a:gd name="connsiteX41" fmla="*/ 7057282 w 7990449"/>
              <a:gd name="connsiteY41" fmla="*/ 5608107 h 6402170"/>
              <a:gd name="connsiteX42" fmla="*/ 2959953 w 7990449"/>
              <a:gd name="connsiteY42" fmla="*/ 5611745 h 6402170"/>
              <a:gd name="connsiteX43" fmla="*/ 2692822 w 7990449"/>
              <a:gd name="connsiteY43" fmla="*/ 5344613 h 6402170"/>
              <a:gd name="connsiteX44" fmla="*/ 2962534 w 7990449"/>
              <a:gd name="connsiteY44" fmla="*/ 5074900 h 6402170"/>
              <a:gd name="connsiteX45" fmla="*/ 3095168 w 7990449"/>
              <a:gd name="connsiteY45" fmla="*/ 5072678 h 6402170"/>
              <a:gd name="connsiteX46" fmla="*/ 3362775 w 7990449"/>
              <a:gd name="connsiteY46" fmla="*/ 4805070 h 6402170"/>
              <a:gd name="connsiteX47" fmla="*/ 3095643 w 7990449"/>
              <a:gd name="connsiteY47" fmla="*/ 4537940 h 6402170"/>
              <a:gd name="connsiteX48" fmla="*/ 2215642 w 7990449"/>
              <a:gd name="connsiteY48" fmla="*/ 4538721 h 6402170"/>
              <a:gd name="connsiteX49" fmla="*/ 1946407 w 7990449"/>
              <a:gd name="connsiteY49" fmla="*/ 4269485 h 6402170"/>
              <a:gd name="connsiteX50" fmla="*/ 2216120 w 7990449"/>
              <a:gd name="connsiteY50" fmla="*/ 3999771 h 6402170"/>
              <a:gd name="connsiteX51" fmla="*/ 2258226 w 7990449"/>
              <a:gd name="connsiteY51" fmla="*/ 3999735 h 6402170"/>
              <a:gd name="connsiteX52" fmla="*/ 2435180 w 7990449"/>
              <a:gd name="connsiteY52" fmla="*/ 3873262 h 6402170"/>
              <a:gd name="connsiteX53" fmla="*/ 2458451 w 7990449"/>
              <a:gd name="connsiteY53" fmla="*/ 3744819 h 6402170"/>
              <a:gd name="connsiteX54" fmla="*/ 2458464 w 7990449"/>
              <a:gd name="connsiteY54" fmla="*/ 3732187 h 6402170"/>
              <a:gd name="connsiteX55" fmla="*/ 2728176 w 7990449"/>
              <a:gd name="connsiteY55" fmla="*/ 3462474 h 6402170"/>
              <a:gd name="connsiteX56" fmla="*/ 3936600 w 7990449"/>
              <a:gd name="connsiteY56" fmla="*/ 3461401 h 6402170"/>
              <a:gd name="connsiteX57" fmla="*/ 4149347 w 7990449"/>
              <a:gd name="connsiteY57" fmla="*/ 3332791 h 6402170"/>
              <a:gd name="connsiteX58" fmla="*/ 4172626 w 7990449"/>
              <a:gd name="connsiteY58" fmla="*/ 3195929 h 6402170"/>
              <a:gd name="connsiteX59" fmla="*/ 4172630 w 7990449"/>
              <a:gd name="connsiteY59" fmla="*/ 3191718 h 6402170"/>
              <a:gd name="connsiteX60" fmla="*/ 4440235 w 7990449"/>
              <a:gd name="connsiteY60" fmla="*/ 2924112 h 6402170"/>
              <a:gd name="connsiteX61" fmla="*/ 4911815 w 7990449"/>
              <a:gd name="connsiteY61" fmla="*/ 2923692 h 6402170"/>
              <a:gd name="connsiteX62" fmla="*/ 5181528 w 7990449"/>
              <a:gd name="connsiteY62" fmla="*/ 2653979 h 6402170"/>
              <a:gd name="connsiteX63" fmla="*/ 4912293 w 7990449"/>
              <a:gd name="connsiteY63" fmla="*/ 2384744 h 6402170"/>
              <a:gd name="connsiteX64" fmla="*/ 3367028 w 7990449"/>
              <a:gd name="connsiteY64" fmla="*/ 2386117 h 6402170"/>
              <a:gd name="connsiteX65" fmla="*/ 3097774 w 7990449"/>
              <a:gd name="connsiteY65" fmla="*/ 2137933 h 6402170"/>
              <a:gd name="connsiteX66" fmla="*/ 3074756 w 7990449"/>
              <a:gd name="connsiteY66" fmla="*/ 1980059 h 6402170"/>
              <a:gd name="connsiteX67" fmla="*/ 2862239 w 7990449"/>
              <a:gd name="connsiteY67" fmla="*/ 1851826 h 6402170"/>
              <a:gd name="connsiteX68" fmla="*/ 2291713 w 7990449"/>
              <a:gd name="connsiteY68" fmla="*/ 1850228 h 6402170"/>
              <a:gd name="connsiteX69" fmla="*/ 2024581 w 7990449"/>
              <a:gd name="connsiteY69" fmla="*/ 1583097 h 6402170"/>
              <a:gd name="connsiteX70" fmla="*/ 2294294 w 7990449"/>
              <a:gd name="connsiteY70" fmla="*/ 1313383 h 6402170"/>
              <a:gd name="connsiteX71" fmla="*/ 2664822 w 7990449"/>
              <a:gd name="connsiteY71" fmla="*/ 1313053 h 6402170"/>
              <a:gd name="connsiteX72" fmla="*/ 2875464 w 7990449"/>
              <a:gd name="connsiteY72" fmla="*/ 1182341 h 6402170"/>
              <a:gd name="connsiteX73" fmla="*/ 2898725 w 7990449"/>
              <a:gd name="connsiteY73" fmla="*/ 1066529 h 6402170"/>
              <a:gd name="connsiteX74" fmla="*/ 2896640 w 7990449"/>
              <a:gd name="connsiteY74" fmla="*/ 1043374 h 6402170"/>
              <a:gd name="connsiteX75" fmla="*/ 3166354 w 7990449"/>
              <a:gd name="connsiteY75" fmla="*/ 773660 h 6402170"/>
              <a:gd name="connsiteX76" fmla="*/ 7116854 w 7990449"/>
              <a:gd name="connsiteY76" fmla="*/ 771827 h 6402170"/>
              <a:gd name="connsiteX77" fmla="*/ 7201570 w 7990449"/>
              <a:gd name="connsiteY77" fmla="*/ 771787 h 6402170"/>
              <a:gd name="connsiteX78" fmla="*/ 4141936 w 7990449"/>
              <a:gd name="connsiteY78" fmla="*/ 0 h 6402170"/>
              <a:gd name="connsiteX79" fmla="*/ 6016705 w 7990449"/>
              <a:gd name="connsiteY79" fmla="*/ 1393 h 6402170"/>
              <a:gd name="connsiteX80" fmla="*/ 6283828 w 7990449"/>
              <a:gd name="connsiteY80" fmla="*/ 268515 h 6402170"/>
              <a:gd name="connsiteX81" fmla="*/ 6016503 w 7990449"/>
              <a:gd name="connsiteY81" fmla="*/ 535839 h 6402170"/>
              <a:gd name="connsiteX82" fmla="*/ 4141732 w 7990449"/>
              <a:gd name="connsiteY82" fmla="*/ 538654 h 6402170"/>
              <a:gd name="connsiteX83" fmla="*/ 3872508 w 7990449"/>
              <a:gd name="connsiteY83" fmla="*/ 269428 h 6402170"/>
              <a:gd name="connsiteX84" fmla="*/ 4141936 w 7990449"/>
              <a:gd name="connsiteY84" fmla="*/ 0 h 64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7990449" h="6402170">
                <a:moveTo>
                  <a:pt x="5857895" y="5860020"/>
                </a:moveTo>
                <a:cubicBezTo>
                  <a:pt x="6009568" y="5859788"/>
                  <a:pt x="6129456" y="5979676"/>
                  <a:pt x="6127121" y="6129245"/>
                </a:cubicBezTo>
                <a:cubicBezTo>
                  <a:pt x="6126895" y="6276702"/>
                  <a:pt x="6006637" y="6396961"/>
                  <a:pt x="5859179" y="6397186"/>
                </a:cubicBezTo>
                <a:cubicBezTo>
                  <a:pt x="5859179" y="6397186"/>
                  <a:pt x="5859179" y="6397186"/>
                  <a:pt x="3982239" y="6402170"/>
                </a:cubicBezTo>
                <a:cubicBezTo>
                  <a:pt x="3832678" y="6400291"/>
                  <a:pt x="3712788" y="6280402"/>
                  <a:pt x="3713015" y="6132945"/>
                </a:cubicBezTo>
                <a:cubicBezTo>
                  <a:pt x="3715351" y="5983377"/>
                  <a:pt x="3835607" y="5863118"/>
                  <a:pt x="3983066" y="5862893"/>
                </a:cubicBezTo>
                <a:cubicBezTo>
                  <a:pt x="3983066" y="5862893"/>
                  <a:pt x="3983066" y="5862893"/>
                  <a:pt x="5857895" y="5860020"/>
                </a:cubicBezTo>
                <a:close/>
                <a:moveTo>
                  <a:pt x="6592884" y="5834423"/>
                </a:moveTo>
                <a:cubicBezTo>
                  <a:pt x="6748079" y="5834423"/>
                  <a:pt x="6871815" y="5958160"/>
                  <a:pt x="6871815" y="6113355"/>
                </a:cubicBezTo>
                <a:cubicBezTo>
                  <a:pt x="6869716" y="6266451"/>
                  <a:pt x="6745981" y="6390187"/>
                  <a:pt x="6592884" y="6392286"/>
                </a:cubicBezTo>
                <a:cubicBezTo>
                  <a:pt x="6439786" y="6390188"/>
                  <a:pt x="6316050" y="6266451"/>
                  <a:pt x="6313952" y="6113355"/>
                </a:cubicBezTo>
                <a:cubicBezTo>
                  <a:pt x="6313952" y="5958160"/>
                  <a:pt x="6437689" y="5834423"/>
                  <a:pt x="6592884" y="5834423"/>
                </a:cubicBezTo>
                <a:close/>
                <a:moveTo>
                  <a:pt x="1627495" y="3491115"/>
                </a:moveTo>
                <a:cubicBezTo>
                  <a:pt x="1774874" y="3490954"/>
                  <a:pt x="1896851" y="3612933"/>
                  <a:pt x="1896690" y="3760310"/>
                </a:cubicBezTo>
                <a:cubicBezTo>
                  <a:pt x="1896528" y="3907685"/>
                  <a:pt x="1776391" y="4027825"/>
                  <a:pt x="1629015" y="4027986"/>
                </a:cubicBezTo>
                <a:cubicBezTo>
                  <a:pt x="1629015" y="4027986"/>
                  <a:pt x="1629015" y="4027986"/>
                  <a:pt x="538425" y="4029179"/>
                </a:cubicBezTo>
                <a:cubicBezTo>
                  <a:pt x="391048" y="4029340"/>
                  <a:pt x="271173" y="3909465"/>
                  <a:pt x="269231" y="3759985"/>
                </a:cubicBezTo>
                <a:cubicBezTo>
                  <a:pt x="269392" y="3612609"/>
                  <a:pt x="389531" y="3492470"/>
                  <a:pt x="536907" y="3492308"/>
                </a:cubicBezTo>
                <a:cubicBezTo>
                  <a:pt x="536907" y="3492308"/>
                  <a:pt x="536907" y="3492308"/>
                  <a:pt x="1627495" y="3491115"/>
                </a:cubicBezTo>
                <a:close/>
                <a:moveTo>
                  <a:pt x="3337774" y="2625959"/>
                </a:moveTo>
                <a:cubicBezTo>
                  <a:pt x="3487274" y="2623708"/>
                  <a:pt x="3607175" y="2743609"/>
                  <a:pt x="3607026" y="2895210"/>
                </a:cubicBezTo>
                <a:cubicBezTo>
                  <a:pt x="3606883" y="3042602"/>
                  <a:pt x="3486747" y="3162736"/>
                  <a:pt x="3339357" y="3162882"/>
                </a:cubicBezTo>
                <a:cubicBezTo>
                  <a:pt x="3339357" y="3162882"/>
                  <a:pt x="3339357" y="3162882"/>
                  <a:pt x="964262" y="3165197"/>
                </a:cubicBezTo>
                <a:cubicBezTo>
                  <a:pt x="816872" y="3165340"/>
                  <a:pt x="696972" y="3045440"/>
                  <a:pt x="695010" y="2895946"/>
                </a:cubicBezTo>
                <a:cubicBezTo>
                  <a:pt x="695155" y="2748555"/>
                  <a:pt x="815290" y="2628422"/>
                  <a:pt x="964789" y="2626168"/>
                </a:cubicBezTo>
                <a:cubicBezTo>
                  <a:pt x="964789" y="2626168"/>
                  <a:pt x="964789" y="2626168"/>
                  <a:pt x="3337774" y="2625959"/>
                </a:cubicBezTo>
                <a:close/>
                <a:moveTo>
                  <a:pt x="280953" y="2604164"/>
                </a:moveTo>
                <a:cubicBezTo>
                  <a:pt x="436710" y="2603602"/>
                  <a:pt x="560446" y="2727339"/>
                  <a:pt x="559883" y="2883095"/>
                </a:cubicBezTo>
                <a:cubicBezTo>
                  <a:pt x="559336" y="3034643"/>
                  <a:pt x="432590" y="3161387"/>
                  <a:pt x="278932" y="3164047"/>
                </a:cubicBezTo>
                <a:cubicBezTo>
                  <a:pt x="125288" y="3162496"/>
                  <a:pt x="1552" y="3038760"/>
                  <a:pt x="0" y="2885116"/>
                </a:cubicBezTo>
                <a:cubicBezTo>
                  <a:pt x="563" y="2729358"/>
                  <a:pt x="127307" y="2602614"/>
                  <a:pt x="280953" y="2604164"/>
                </a:cubicBezTo>
                <a:close/>
                <a:moveTo>
                  <a:pt x="1595821" y="1314342"/>
                </a:moveTo>
                <a:cubicBezTo>
                  <a:pt x="1751578" y="1313778"/>
                  <a:pt x="1875313" y="1437515"/>
                  <a:pt x="1874752" y="1593273"/>
                </a:cubicBezTo>
                <a:cubicBezTo>
                  <a:pt x="1872091" y="1746931"/>
                  <a:pt x="1747459" y="1871563"/>
                  <a:pt x="1593800" y="1874223"/>
                </a:cubicBezTo>
                <a:cubicBezTo>
                  <a:pt x="1440156" y="1872672"/>
                  <a:pt x="1316419" y="1748936"/>
                  <a:pt x="1314870" y="1595292"/>
                </a:cubicBezTo>
                <a:cubicBezTo>
                  <a:pt x="1315432" y="1439536"/>
                  <a:pt x="1440064" y="1314902"/>
                  <a:pt x="1595821" y="1314342"/>
                </a:cubicBezTo>
                <a:close/>
                <a:moveTo>
                  <a:pt x="7201570" y="771024"/>
                </a:moveTo>
                <a:lnTo>
                  <a:pt x="7990449" y="771024"/>
                </a:lnTo>
                <a:lnTo>
                  <a:pt x="7990449" y="5608329"/>
                </a:lnTo>
                <a:lnTo>
                  <a:pt x="7201570" y="5608329"/>
                </a:lnTo>
                <a:lnTo>
                  <a:pt x="7201570" y="5607979"/>
                </a:lnTo>
                <a:lnTo>
                  <a:pt x="7057282" y="5608107"/>
                </a:lnTo>
                <a:cubicBezTo>
                  <a:pt x="2959953" y="5611745"/>
                  <a:pt x="2959953" y="5611745"/>
                  <a:pt x="2959953" y="5611745"/>
                </a:cubicBezTo>
                <a:cubicBezTo>
                  <a:pt x="2812584" y="5611876"/>
                  <a:pt x="2692690" y="5491982"/>
                  <a:pt x="2692822" y="5344613"/>
                </a:cubicBezTo>
                <a:cubicBezTo>
                  <a:pt x="2690849" y="5195141"/>
                  <a:pt x="2813062" y="5072927"/>
                  <a:pt x="2962534" y="5074900"/>
                </a:cubicBezTo>
                <a:cubicBezTo>
                  <a:pt x="3095168" y="5072678"/>
                  <a:pt x="3095168" y="5072678"/>
                  <a:pt x="3095168" y="5072678"/>
                </a:cubicBezTo>
                <a:cubicBezTo>
                  <a:pt x="3244641" y="5074649"/>
                  <a:pt x="3364748" y="4954542"/>
                  <a:pt x="3362775" y="4805070"/>
                </a:cubicBezTo>
                <a:cubicBezTo>
                  <a:pt x="3365013" y="4655594"/>
                  <a:pt x="3245119" y="4535702"/>
                  <a:pt x="3095643" y="4537940"/>
                </a:cubicBezTo>
                <a:cubicBezTo>
                  <a:pt x="2215642" y="4538721"/>
                  <a:pt x="2215642" y="4538721"/>
                  <a:pt x="2215642" y="4538721"/>
                </a:cubicBezTo>
                <a:cubicBezTo>
                  <a:pt x="2066169" y="4536748"/>
                  <a:pt x="1946275" y="4416854"/>
                  <a:pt x="1946407" y="4269485"/>
                </a:cubicBezTo>
                <a:cubicBezTo>
                  <a:pt x="1946537" y="4122116"/>
                  <a:pt x="2068751" y="3999902"/>
                  <a:pt x="2216120" y="3999771"/>
                </a:cubicBezTo>
                <a:cubicBezTo>
                  <a:pt x="2258226" y="3999735"/>
                  <a:pt x="2258226" y="3999735"/>
                  <a:pt x="2258226" y="3999735"/>
                </a:cubicBezTo>
                <a:cubicBezTo>
                  <a:pt x="2376135" y="3982788"/>
                  <a:pt x="2420407" y="3913274"/>
                  <a:pt x="2435180" y="3873262"/>
                </a:cubicBezTo>
                <a:cubicBezTo>
                  <a:pt x="2458387" y="3816399"/>
                  <a:pt x="2456304" y="3793244"/>
                  <a:pt x="2458451" y="3744819"/>
                </a:cubicBezTo>
                <a:cubicBezTo>
                  <a:pt x="2458456" y="3740609"/>
                  <a:pt x="2458460" y="3736398"/>
                  <a:pt x="2458464" y="3732187"/>
                </a:cubicBezTo>
                <a:cubicBezTo>
                  <a:pt x="2460702" y="3582711"/>
                  <a:pt x="2580808" y="3462605"/>
                  <a:pt x="2728176" y="3462474"/>
                </a:cubicBezTo>
                <a:cubicBezTo>
                  <a:pt x="3936600" y="3461401"/>
                  <a:pt x="3936600" y="3461401"/>
                  <a:pt x="3936600" y="3461401"/>
                </a:cubicBezTo>
                <a:cubicBezTo>
                  <a:pt x="4079762" y="3457064"/>
                  <a:pt x="4130359" y="3377018"/>
                  <a:pt x="4149347" y="3332791"/>
                </a:cubicBezTo>
                <a:cubicBezTo>
                  <a:pt x="4172558" y="3271717"/>
                  <a:pt x="4170473" y="3248562"/>
                  <a:pt x="4172626" y="3195929"/>
                </a:cubicBezTo>
                <a:cubicBezTo>
                  <a:pt x="4172630" y="3191718"/>
                  <a:pt x="4172630" y="3191718"/>
                  <a:pt x="4172630" y="3191718"/>
                </a:cubicBezTo>
                <a:cubicBezTo>
                  <a:pt x="4172760" y="3044349"/>
                  <a:pt x="4292867" y="2924242"/>
                  <a:pt x="4440235" y="2924112"/>
                </a:cubicBezTo>
                <a:cubicBezTo>
                  <a:pt x="4911815" y="2923692"/>
                  <a:pt x="4911815" y="2923692"/>
                  <a:pt x="4911815" y="2923692"/>
                </a:cubicBezTo>
                <a:cubicBezTo>
                  <a:pt x="5059184" y="2923562"/>
                  <a:pt x="5179291" y="2803455"/>
                  <a:pt x="5181528" y="2653979"/>
                </a:cubicBezTo>
                <a:cubicBezTo>
                  <a:pt x="5179556" y="2504507"/>
                  <a:pt x="5059662" y="2384613"/>
                  <a:pt x="4912293" y="2384744"/>
                </a:cubicBezTo>
                <a:cubicBezTo>
                  <a:pt x="3367028" y="2386117"/>
                  <a:pt x="3367028" y="2386117"/>
                  <a:pt x="3367028" y="2386117"/>
                </a:cubicBezTo>
                <a:cubicBezTo>
                  <a:pt x="3223869" y="2386244"/>
                  <a:pt x="3108175" y="2278977"/>
                  <a:pt x="3097774" y="2137933"/>
                </a:cubicBezTo>
                <a:cubicBezTo>
                  <a:pt x="3095730" y="2068463"/>
                  <a:pt x="3099960" y="2047405"/>
                  <a:pt x="3074756" y="1980059"/>
                </a:cubicBezTo>
                <a:cubicBezTo>
                  <a:pt x="3057955" y="1933757"/>
                  <a:pt x="3005393" y="1855910"/>
                  <a:pt x="2862239" y="1851826"/>
                </a:cubicBezTo>
                <a:cubicBezTo>
                  <a:pt x="2291713" y="1850228"/>
                  <a:pt x="2291713" y="1850228"/>
                  <a:pt x="2291713" y="1850228"/>
                </a:cubicBezTo>
                <a:cubicBezTo>
                  <a:pt x="2144344" y="1850359"/>
                  <a:pt x="2024450" y="1730465"/>
                  <a:pt x="2024581" y="1583097"/>
                </a:cubicBezTo>
                <a:cubicBezTo>
                  <a:pt x="2022608" y="1433624"/>
                  <a:pt x="2142715" y="1313517"/>
                  <a:pt x="2294294" y="1313383"/>
                </a:cubicBezTo>
                <a:cubicBezTo>
                  <a:pt x="2664822" y="1313053"/>
                  <a:pt x="2664822" y="1313053"/>
                  <a:pt x="2664822" y="1313053"/>
                </a:cubicBezTo>
                <a:cubicBezTo>
                  <a:pt x="2805880" y="1306613"/>
                  <a:pt x="2858581" y="1228672"/>
                  <a:pt x="2875464" y="1182341"/>
                </a:cubicBezTo>
                <a:cubicBezTo>
                  <a:pt x="2896562" y="1131794"/>
                  <a:pt x="2896584" y="1106532"/>
                  <a:pt x="2898725" y="1066529"/>
                </a:cubicBezTo>
                <a:cubicBezTo>
                  <a:pt x="2898734" y="1058109"/>
                  <a:pt x="2896632" y="1051795"/>
                  <a:pt x="2896640" y="1043374"/>
                </a:cubicBezTo>
                <a:cubicBezTo>
                  <a:pt x="2896771" y="896006"/>
                  <a:pt x="3016878" y="775899"/>
                  <a:pt x="3166354" y="773660"/>
                </a:cubicBezTo>
                <a:cubicBezTo>
                  <a:pt x="5205048" y="772715"/>
                  <a:pt x="6407560" y="772156"/>
                  <a:pt x="7116854" y="771827"/>
                </a:cubicBezTo>
                <a:lnTo>
                  <a:pt x="7201570" y="771787"/>
                </a:lnTo>
                <a:close/>
                <a:moveTo>
                  <a:pt x="4141936" y="0"/>
                </a:moveTo>
                <a:cubicBezTo>
                  <a:pt x="4141936" y="0"/>
                  <a:pt x="4141936" y="0"/>
                  <a:pt x="6016705" y="1393"/>
                </a:cubicBezTo>
                <a:cubicBezTo>
                  <a:pt x="6166100" y="-768"/>
                  <a:pt x="6285988" y="119121"/>
                  <a:pt x="6283828" y="268515"/>
                </a:cubicBezTo>
                <a:cubicBezTo>
                  <a:pt x="6283771" y="415802"/>
                  <a:pt x="6163791" y="535783"/>
                  <a:pt x="6016503" y="535839"/>
                </a:cubicBezTo>
                <a:cubicBezTo>
                  <a:pt x="6016503" y="535839"/>
                  <a:pt x="6016503" y="535839"/>
                  <a:pt x="4141732" y="538654"/>
                </a:cubicBezTo>
                <a:cubicBezTo>
                  <a:pt x="3992341" y="536606"/>
                  <a:pt x="3872452" y="416717"/>
                  <a:pt x="3872508" y="269428"/>
                </a:cubicBezTo>
                <a:cubicBezTo>
                  <a:pt x="3874668" y="120036"/>
                  <a:pt x="3994649" y="55"/>
                  <a:pt x="4141936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610B4F-4593-4F82-8CAA-0219D34C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5018792"/>
            <a:ext cx="5080000" cy="553998"/>
          </a:xfrm>
        </p:spPr>
        <p:txBody>
          <a:bodyPr lIns="0" tIns="0" rIns="0" bIns="0" anchor="t" anchorCtr="0">
            <a:spAutoFit/>
          </a:bodyPr>
          <a:lstStyle>
            <a:lvl1pPr marL="0" algn="l" defTabSz="914400" rtl="0" eaLnBrk="1" latinLnBrk="0" hangingPunct="1">
              <a:defRPr lang="en-US" sz="4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58A878-ED4A-444C-9C06-62412DC046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388" y="2800192"/>
            <a:ext cx="779015" cy="7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291A68-1AE2-4285-BE95-63A6CD938E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27915"/>
            <a:ext cx="7990449" cy="6402170"/>
          </a:xfrm>
          <a:custGeom>
            <a:avLst/>
            <a:gdLst>
              <a:gd name="connsiteX0" fmla="*/ 2132554 w 7990449"/>
              <a:gd name="connsiteY0" fmla="*/ 5860020 h 6402170"/>
              <a:gd name="connsiteX1" fmla="*/ 4007383 w 7990449"/>
              <a:gd name="connsiteY1" fmla="*/ 5862893 h 6402170"/>
              <a:gd name="connsiteX2" fmla="*/ 4277434 w 7990449"/>
              <a:gd name="connsiteY2" fmla="*/ 6132945 h 6402170"/>
              <a:gd name="connsiteX3" fmla="*/ 4008210 w 7990449"/>
              <a:gd name="connsiteY3" fmla="*/ 6402170 h 6402170"/>
              <a:gd name="connsiteX4" fmla="*/ 2131270 w 7990449"/>
              <a:gd name="connsiteY4" fmla="*/ 6397186 h 6402170"/>
              <a:gd name="connsiteX5" fmla="*/ 1863329 w 7990449"/>
              <a:gd name="connsiteY5" fmla="*/ 6129245 h 6402170"/>
              <a:gd name="connsiteX6" fmla="*/ 2132554 w 7990449"/>
              <a:gd name="connsiteY6" fmla="*/ 5860020 h 6402170"/>
              <a:gd name="connsiteX7" fmla="*/ 1397565 w 7990449"/>
              <a:gd name="connsiteY7" fmla="*/ 5834423 h 6402170"/>
              <a:gd name="connsiteX8" fmla="*/ 1676497 w 7990449"/>
              <a:gd name="connsiteY8" fmla="*/ 6113355 h 6402170"/>
              <a:gd name="connsiteX9" fmla="*/ 1397565 w 7990449"/>
              <a:gd name="connsiteY9" fmla="*/ 6392286 h 6402170"/>
              <a:gd name="connsiteX10" fmla="*/ 1118634 w 7990449"/>
              <a:gd name="connsiteY10" fmla="*/ 6113355 h 6402170"/>
              <a:gd name="connsiteX11" fmla="*/ 1397565 w 7990449"/>
              <a:gd name="connsiteY11" fmla="*/ 5834423 h 6402170"/>
              <a:gd name="connsiteX12" fmla="*/ 6362955 w 7990449"/>
              <a:gd name="connsiteY12" fmla="*/ 3491115 h 6402170"/>
              <a:gd name="connsiteX13" fmla="*/ 7453542 w 7990449"/>
              <a:gd name="connsiteY13" fmla="*/ 3492308 h 6402170"/>
              <a:gd name="connsiteX14" fmla="*/ 7721219 w 7990449"/>
              <a:gd name="connsiteY14" fmla="*/ 3759985 h 6402170"/>
              <a:gd name="connsiteX15" fmla="*/ 7452024 w 7990449"/>
              <a:gd name="connsiteY15" fmla="*/ 4029179 h 6402170"/>
              <a:gd name="connsiteX16" fmla="*/ 6361435 w 7990449"/>
              <a:gd name="connsiteY16" fmla="*/ 4027986 h 6402170"/>
              <a:gd name="connsiteX17" fmla="*/ 6093759 w 7990449"/>
              <a:gd name="connsiteY17" fmla="*/ 3760310 h 6402170"/>
              <a:gd name="connsiteX18" fmla="*/ 6362955 w 7990449"/>
              <a:gd name="connsiteY18" fmla="*/ 3491115 h 6402170"/>
              <a:gd name="connsiteX19" fmla="*/ 4652675 w 7990449"/>
              <a:gd name="connsiteY19" fmla="*/ 2625959 h 6402170"/>
              <a:gd name="connsiteX20" fmla="*/ 7025661 w 7990449"/>
              <a:gd name="connsiteY20" fmla="*/ 2626168 h 6402170"/>
              <a:gd name="connsiteX21" fmla="*/ 7295439 w 7990449"/>
              <a:gd name="connsiteY21" fmla="*/ 2895946 h 6402170"/>
              <a:gd name="connsiteX22" fmla="*/ 7026188 w 7990449"/>
              <a:gd name="connsiteY22" fmla="*/ 3165197 h 6402170"/>
              <a:gd name="connsiteX23" fmla="*/ 4651092 w 7990449"/>
              <a:gd name="connsiteY23" fmla="*/ 3162882 h 6402170"/>
              <a:gd name="connsiteX24" fmla="*/ 4383424 w 7990449"/>
              <a:gd name="connsiteY24" fmla="*/ 2895210 h 6402170"/>
              <a:gd name="connsiteX25" fmla="*/ 4652675 w 7990449"/>
              <a:gd name="connsiteY25" fmla="*/ 2625959 h 6402170"/>
              <a:gd name="connsiteX26" fmla="*/ 7709497 w 7990449"/>
              <a:gd name="connsiteY26" fmla="*/ 2604164 h 6402170"/>
              <a:gd name="connsiteX27" fmla="*/ 7990449 w 7990449"/>
              <a:gd name="connsiteY27" fmla="*/ 2885116 h 6402170"/>
              <a:gd name="connsiteX28" fmla="*/ 7711518 w 7990449"/>
              <a:gd name="connsiteY28" fmla="*/ 3164047 h 6402170"/>
              <a:gd name="connsiteX29" fmla="*/ 7430566 w 7990449"/>
              <a:gd name="connsiteY29" fmla="*/ 2883095 h 6402170"/>
              <a:gd name="connsiteX30" fmla="*/ 7709497 w 7990449"/>
              <a:gd name="connsiteY30" fmla="*/ 2604164 h 6402170"/>
              <a:gd name="connsiteX31" fmla="*/ 6394628 w 7990449"/>
              <a:gd name="connsiteY31" fmla="*/ 1314342 h 6402170"/>
              <a:gd name="connsiteX32" fmla="*/ 6675579 w 7990449"/>
              <a:gd name="connsiteY32" fmla="*/ 1595292 h 6402170"/>
              <a:gd name="connsiteX33" fmla="*/ 6396649 w 7990449"/>
              <a:gd name="connsiteY33" fmla="*/ 1874223 h 6402170"/>
              <a:gd name="connsiteX34" fmla="*/ 6115698 w 7990449"/>
              <a:gd name="connsiteY34" fmla="*/ 1593273 h 6402170"/>
              <a:gd name="connsiteX35" fmla="*/ 6394628 w 7990449"/>
              <a:gd name="connsiteY35" fmla="*/ 1314342 h 6402170"/>
              <a:gd name="connsiteX36" fmla="*/ 0 w 7990449"/>
              <a:gd name="connsiteY36" fmla="*/ 771024 h 6402170"/>
              <a:gd name="connsiteX37" fmla="*/ 788879 w 7990449"/>
              <a:gd name="connsiteY37" fmla="*/ 771024 h 6402170"/>
              <a:gd name="connsiteX38" fmla="*/ 788879 w 7990449"/>
              <a:gd name="connsiteY38" fmla="*/ 771787 h 6402170"/>
              <a:gd name="connsiteX39" fmla="*/ 873596 w 7990449"/>
              <a:gd name="connsiteY39" fmla="*/ 771827 h 6402170"/>
              <a:gd name="connsiteX40" fmla="*/ 4824096 w 7990449"/>
              <a:gd name="connsiteY40" fmla="*/ 773660 h 6402170"/>
              <a:gd name="connsiteX41" fmla="*/ 5093809 w 7990449"/>
              <a:gd name="connsiteY41" fmla="*/ 1043374 h 6402170"/>
              <a:gd name="connsiteX42" fmla="*/ 5091725 w 7990449"/>
              <a:gd name="connsiteY42" fmla="*/ 1066529 h 6402170"/>
              <a:gd name="connsiteX43" fmla="*/ 5114985 w 7990449"/>
              <a:gd name="connsiteY43" fmla="*/ 1182341 h 6402170"/>
              <a:gd name="connsiteX44" fmla="*/ 5325627 w 7990449"/>
              <a:gd name="connsiteY44" fmla="*/ 1313053 h 6402170"/>
              <a:gd name="connsiteX45" fmla="*/ 5696156 w 7990449"/>
              <a:gd name="connsiteY45" fmla="*/ 1313383 h 6402170"/>
              <a:gd name="connsiteX46" fmla="*/ 5965868 w 7990449"/>
              <a:gd name="connsiteY46" fmla="*/ 1583097 h 6402170"/>
              <a:gd name="connsiteX47" fmla="*/ 5698737 w 7990449"/>
              <a:gd name="connsiteY47" fmla="*/ 1850228 h 6402170"/>
              <a:gd name="connsiteX48" fmla="*/ 5128211 w 7990449"/>
              <a:gd name="connsiteY48" fmla="*/ 1851826 h 6402170"/>
              <a:gd name="connsiteX49" fmla="*/ 4915693 w 7990449"/>
              <a:gd name="connsiteY49" fmla="*/ 1980059 h 6402170"/>
              <a:gd name="connsiteX50" fmla="*/ 4892676 w 7990449"/>
              <a:gd name="connsiteY50" fmla="*/ 2137933 h 6402170"/>
              <a:gd name="connsiteX51" fmla="*/ 4623422 w 7990449"/>
              <a:gd name="connsiteY51" fmla="*/ 2386117 h 6402170"/>
              <a:gd name="connsiteX52" fmla="*/ 3078156 w 7990449"/>
              <a:gd name="connsiteY52" fmla="*/ 2384744 h 6402170"/>
              <a:gd name="connsiteX53" fmla="*/ 2808922 w 7990449"/>
              <a:gd name="connsiteY53" fmla="*/ 2653979 h 6402170"/>
              <a:gd name="connsiteX54" fmla="*/ 3078635 w 7990449"/>
              <a:gd name="connsiteY54" fmla="*/ 2923692 h 6402170"/>
              <a:gd name="connsiteX55" fmla="*/ 3550214 w 7990449"/>
              <a:gd name="connsiteY55" fmla="*/ 2924112 h 6402170"/>
              <a:gd name="connsiteX56" fmla="*/ 3817820 w 7990449"/>
              <a:gd name="connsiteY56" fmla="*/ 3191718 h 6402170"/>
              <a:gd name="connsiteX57" fmla="*/ 3817824 w 7990449"/>
              <a:gd name="connsiteY57" fmla="*/ 3195929 h 6402170"/>
              <a:gd name="connsiteX58" fmla="*/ 3841103 w 7990449"/>
              <a:gd name="connsiteY58" fmla="*/ 3332791 h 6402170"/>
              <a:gd name="connsiteX59" fmla="*/ 4053850 w 7990449"/>
              <a:gd name="connsiteY59" fmla="*/ 3461401 h 6402170"/>
              <a:gd name="connsiteX60" fmla="*/ 5262274 w 7990449"/>
              <a:gd name="connsiteY60" fmla="*/ 3462474 h 6402170"/>
              <a:gd name="connsiteX61" fmla="*/ 5531985 w 7990449"/>
              <a:gd name="connsiteY61" fmla="*/ 3732187 h 6402170"/>
              <a:gd name="connsiteX62" fmla="*/ 5531999 w 7990449"/>
              <a:gd name="connsiteY62" fmla="*/ 3744819 h 6402170"/>
              <a:gd name="connsiteX63" fmla="*/ 5555269 w 7990449"/>
              <a:gd name="connsiteY63" fmla="*/ 3873262 h 6402170"/>
              <a:gd name="connsiteX64" fmla="*/ 5732223 w 7990449"/>
              <a:gd name="connsiteY64" fmla="*/ 3999735 h 6402170"/>
              <a:gd name="connsiteX65" fmla="*/ 5774329 w 7990449"/>
              <a:gd name="connsiteY65" fmla="*/ 3999771 h 6402170"/>
              <a:gd name="connsiteX66" fmla="*/ 6044042 w 7990449"/>
              <a:gd name="connsiteY66" fmla="*/ 4269485 h 6402170"/>
              <a:gd name="connsiteX67" fmla="*/ 5774808 w 7990449"/>
              <a:gd name="connsiteY67" fmla="*/ 4538721 h 6402170"/>
              <a:gd name="connsiteX68" fmla="*/ 4894806 w 7990449"/>
              <a:gd name="connsiteY68" fmla="*/ 4537940 h 6402170"/>
              <a:gd name="connsiteX69" fmla="*/ 4627674 w 7990449"/>
              <a:gd name="connsiteY69" fmla="*/ 4805070 h 6402170"/>
              <a:gd name="connsiteX70" fmla="*/ 4895282 w 7990449"/>
              <a:gd name="connsiteY70" fmla="*/ 5072678 h 6402170"/>
              <a:gd name="connsiteX71" fmla="*/ 5027915 w 7990449"/>
              <a:gd name="connsiteY71" fmla="*/ 5074900 h 6402170"/>
              <a:gd name="connsiteX72" fmla="*/ 5297628 w 7990449"/>
              <a:gd name="connsiteY72" fmla="*/ 5344613 h 6402170"/>
              <a:gd name="connsiteX73" fmla="*/ 5030496 w 7990449"/>
              <a:gd name="connsiteY73" fmla="*/ 5611745 h 6402170"/>
              <a:gd name="connsiteX74" fmla="*/ 933167 w 7990449"/>
              <a:gd name="connsiteY74" fmla="*/ 5608107 h 6402170"/>
              <a:gd name="connsiteX75" fmla="*/ 788879 w 7990449"/>
              <a:gd name="connsiteY75" fmla="*/ 5607979 h 6402170"/>
              <a:gd name="connsiteX76" fmla="*/ 788879 w 7990449"/>
              <a:gd name="connsiteY76" fmla="*/ 5608329 h 6402170"/>
              <a:gd name="connsiteX77" fmla="*/ 0 w 7990449"/>
              <a:gd name="connsiteY77" fmla="*/ 5608329 h 6402170"/>
              <a:gd name="connsiteX78" fmla="*/ 3848513 w 7990449"/>
              <a:gd name="connsiteY78" fmla="*/ 0 h 6402170"/>
              <a:gd name="connsiteX79" fmla="*/ 4117942 w 7990449"/>
              <a:gd name="connsiteY79" fmla="*/ 269428 h 6402170"/>
              <a:gd name="connsiteX80" fmla="*/ 3848717 w 7990449"/>
              <a:gd name="connsiteY80" fmla="*/ 538654 h 6402170"/>
              <a:gd name="connsiteX81" fmla="*/ 1973946 w 7990449"/>
              <a:gd name="connsiteY81" fmla="*/ 535839 h 6402170"/>
              <a:gd name="connsiteX82" fmla="*/ 1706621 w 7990449"/>
              <a:gd name="connsiteY82" fmla="*/ 268515 h 6402170"/>
              <a:gd name="connsiteX83" fmla="*/ 1973744 w 7990449"/>
              <a:gd name="connsiteY83" fmla="*/ 1393 h 6402170"/>
              <a:gd name="connsiteX84" fmla="*/ 3848513 w 7990449"/>
              <a:gd name="connsiteY84" fmla="*/ 0 h 64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7990449" h="6402170">
                <a:moveTo>
                  <a:pt x="2132554" y="5860020"/>
                </a:moveTo>
                <a:cubicBezTo>
                  <a:pt x="4007383" y="5862893"/>
                  <a:pt x="4007383" y="5862893"/>
                  <a:pt x="4007383" y="5862893"/>
                </a:cubicBezTo>
                <a:cubicBezTo>
                  <a:pt x="4154842" y="5863118"/>
                  <a:pt x="4275099" y="5983377"/>
                  <a:pt x="4277434" y="6132945"/>
                </a:cubicBezTo>
                <a:cubicBezTo>
                  <a:pt x="4277662" y="6280402"/>
                  <a:pt x="4157772" y="6400291"/>
                  <a:pt x="4008210" y="6402170"/>
                </a:cubicBezTo>
                <a:cubicBezTo>
                  <a:pt x="2131270" y="6397186"/>
                  <a:pt x="2131270" y="6397186"/>
                  <a:pt x="2131270" y="6397186"/>
                </a:cubicBezTo>
                <a:cubicBezTo>
                  <a:pt x="1983812" y="6396961"/>
                  <a:pt x="1863555" y="6276702"/>
                  <a:pt x="1863329" y="6129245"/>
                </a:cubicBezTo>
                <a:cubicBezTo>
                  <a:pt x="1860993" y="5979676"/>
                  <a:pt x="1980882" y="5859788"/>
                  <a:pt x="2132554" y="5860020"/>
                </a:cubicBezTo>
                <a:close/>
                <a:moveTo>
                  <a:pt x="1397565" y="5834423"/>
                </a:moveTo>
                <a:cubicBezTo>
                  <a:pt x="1552760" y="5834423"/>
                  <a:pt x="1676497" y="5958160"/>
                  <a:pt x="1676497" y="6113355"/>
                </a:cubicBezTo>
                <a:cubicBezTo>
                  <a:pt x="1674399" y="6266451"/>
                  <a:pt x="1550664" y="6390188"/>
                  <a:pt x="1397565" y="6392286"/>
                </a:cubicBezTo>
                <a:cubicBezTo>
                  <a:pt x="1244468" y="6390187"/>
                  <a:pt x="1120733" y="6266451"/>
                  <a:pt x="1118634" y="6113355"/>
                </a:cubicBezTo>
                <a:cubicBezTo>
                  <a:pt x="1118634" y="5958160"/>
                  <a:pt x="1242371" y="5834423"/>
                  <a:pt x="1397565" y="5834423"/>
                </a:cubicBezTo>
                <a:close/>
                <a:moveTo>
                  <a:pt x="6362955" y="3491115"/>
                </a:moveTo>
                <a:cubicBezTo>
                  <a:pt x="7453542" y="3492308"/>
                  <a:pt x="7453542" y="3492308"/>
                  <a:pt x="7453542" y="3492308"/>
                </a:cubicBezTo>
                <a:cubicBezTo>
                  <a:pt x="7600918" y="3492470"/>
                  <a:pt x="7721057" y="3612609"/>
                  <a:pt x="7721219" y="3759985"/>
                </a:cubicBezTo>
                <a:cubicBezTo>
                  <a:pt x="7719277" y="3909465"/>
                  <a:pt x="7599401" y="4029340"/>
                  <a:pt x="7452024" y="4029179"/>
                </a:cubicBezTo>
                <a:cubicBezTo>
                  <a:pt x="6361435" y="4027986"/>
                  <a:pt x="6361435" y="4027986"/>
                  <a:pt x="6361435" y="4027986"/>
                </a:cubicBezTo>
                <a:cubicBezTo>
                  <a:pt x="6214058" y="4027825"/>
                  <a:pt x="6093922" y="3907685"/>
                  <a:pt x="6093759" y="3760310"/>
                </a:cubicBezTo>
                <a:cubicBezTo>
                  <a:pt x="6093599" y="3612933"/>
                  <a:pt x="6215576" y="3490954"/>
                  <a:pt x="6362955" y="3491115"/>
                </a:cubicBezTo>
                <a:close/>
                <a:moveTo>
                  <a:pt x="4652675" y="2625959"/>
                </a:moveTo>
                <a:cubicBezTo>
                  <a:pt x="7025661" y="2626168"/>
                  <a:pt x="7025661" y="2626168"/>
                  <a:pt x="7025661" y="2626168"/>
                </a:cubicBezTo>
                <a:cubicBezTo>
                  <a:pt x="7175159" y="2628422"/>
                  <a:pt x="7295295" y="2748555"/>
                  <a:pt x="7295439" y="2895946"/>
                </a:cubicBezTo>
                <a:cubicBezTo>
                  <a:pt x="7293478" y="3045440"/>
                  <a:pt x="7173578" y="3165340"/>
                  <a:pt x="7026188" y="3165197"/>
                </a:cubicBezTo>
                <a:cubicBezTo>
                  <a:pt x="4651092" y="3162882"/>
                  <a:pt x="4651092" y="3162882"/>
                  <a:pt x="4651092" y="3162882"/>
                </a:cubicBezTo>
                <a:cubicBezTo>
                  <a:pt x="4503702" y="3162736"/>
                  <a:pt x="4383567" y="3042602"/>
                  <a:pt x="4383424" y="2895210"/>
                </a:cubicBezTo>
                <a:cubicBezTo>
                  <a:pt x="4383274" y="2743609"/>
                  <a:pt x="4503176" y="2623708"/>
                  <a:pt x="4652675" y="2625959"/>
                </a:cubicBezTo>
                <a:close/>
                <a:moveTo>
                  <a:pt x="7709497" y="2604164"/>
                </a:moveTo>
                <a:cubicBezTo>
                  <a:pt x="7863142" y="2602614"/>
                  <a:pt x="7989886" y="2729358"/>
                  <a:pt x="7990449" y="2885116"/>
                </a:cubicBezTo>
                <a:cubicBezTo>
                  <a:pt x="7988897" y="3038760"/>
                  <a:pt x="7865162" y="3162496"/>
                  <a:pt x="7711518" y="3164047"/>
                </a:cubicBezTo>
                <a:cubicBezTo>
                  <a:pt x="7557859" y="3161387"/>
                  <a:pt x="7431114" y="3034643"/>
                  <a:pt x="7430566" y="2883095"/>
                </a:cubicBezTo>
                <a:cubicBezTo>
                  <a:pt x="7430004" y="2727339"/>
                  <a:pt x="7553739" y="2603602"/>
                  <a:pt x="7709497" y="2604164"/>
                </a:cubicBezTo>
                <a:close/>
                <a:moveTo>
                  <a:pt x="6394628" y="1314342"/>
                </a:moveTo>
                <a:cubicBezTo>
                  <a:pt x="6550386" y="1314902"/>
                  <a:pt x="6675018" y="1439536"/>
                  <a:pt x="6675579" y="1595292"/>
                </a:cubicBezTo>
                <a:cubicBezTo>
                  <a:pt x="6674030" y="1748936"/>
                  <a:pt x="6550293" y="1872672"/>
                  <a:pt x="6396649" y="1874223"/>
                </a:cubicBezTo>
                <a:cubicBezTo>
                  <a:pt x="6242991" y="1871563"/>
                  <a:pt x="6118358" y="1746931"/>
                  <a:pt x="6115698" y="1593273"/>
                </a:cubicBezTo>
                <a:cubicBezTo>
                  <a:pt x="6115136" y="1437515"/>
                  <a:pt x="6238872" y="1313778"/>
                  <a:pt x="6394628" y="1314342"/>
                </a:cubicBezTo>
                <a:close/>
                <a:moveTo>
                  <a:pt x="0" y="771024"/>
                </a:moveTo>
                <a:lnTo>
                  <a:pt x="788879" y="771024"/>
                </a:lnTo>
                <a:lnTo>
                  <a:pt x="788879" y="771787"/>
                </a:lnTo>
                <a:lnTo>
                  <a:pt x="873596" y="771827"/>
                </a:lnTo>
                <a:cubicBezTo>
                  <a:pt x="1582889" y="772156"/>
                  <a:pt x="2785401" y="772715"/>
                  <a:pt x="4824096" y="773660"/>
                </a:cubicBezTo>
                <a:cubicBezTo>
                  <a:pt x="4973571" y="775899"/>
                  <a:pt x="5093678" y="896006"/>
                  <a:pt x="5093809" y="1043374"/>
                </a:cubicBezTo>
                <a:cubicBezTo>
                  <a:pt x="5093817" y="1051795"/>
                  <a:pt x="5091716" y="1058109"/>
                  <a:pt x="5091725" y="1066529"/>
                </a:cubicBezTo>
                <a:cubicBezTo>
                  <a:pt x="5093865" y="1106532"/>
                  <a:pt x="5093887" y="1131794"/>
                  <a:pt x="5114985" y="1182341"/>
                </a:cubicBezTo>
                <a:cubicBezTo>
                  <a:pt x="5131869" y="1228672"/>
                  <a:pt x="5184570" y="1306613"/>
                  <a:pt x="5325627" y="1313053"/>
                </a:cubicBezTo>
                <a:cubicBezTo>
                  <a:pt x="5325627" y="1313053"/>
                  <a:pt x="5325627" y="1313053"/>
                  <a:pt x="5696156" y="1313383"/>
                </a:cubicBezTo>
                <a:cubicBezTo>
                  <a:pt x="5847735" y="1313517"/>
                  <a:pt x="5967841" y="1433624"/>
                  <a:pt x="5965868" y="1583097"/>
                </a:cubicBezTo>
                <a:cubicBezTo>
                  <a:pt x="5966000" y="1730465"/>
                  <a:pt x="5846106" y="1850359"/>
                  <a:pt x="5698737" y="1850228"/>
                </a:cubicBezTo>
                <a:cubicBezTo>
                  <a:pt x="5698737" y="1850228"/>
                  <a:pt x="5698737" y="1850228"/>
                  <a:pt x="5128211" y="1851826"/>
                </a:cubicBezTo>
                <a:cubicBezTo>
                  <a:pt x="4985057" y="1855910"/>
                  <a:pt x="4932494" y="1933757"/>
                  <a:pt x="4915693" y="1980059"/>
                </a:cubicBezTo>
                <a:cubicBezTo>
                  <a:pt x="4890490" y="2047405"/>
                  <a:pt x="4894719" y="2068463"/>
                  <a:pt x="4892676" y="2137933"/>
                </a:cubicBezTo>
                <a:cubicBezTo>
                  <a:pt x="4882274" y="2278977"/>
                  <a:pt x="4766580" y="2386244"/>
                  <a:pt x="4623422" y="2386117"/>
                </a:cubicBezTo>
                <a:cubicBezTo>
                  <a:pt x="4623422" y="2386117"/>
                  <a:pt x="4623422" y="2386117"/>
                  <a:pt x="3078156" y="2384744"/>
                </a:cubicBezTo>
                <a:cubicBezTo>
                  <a:pt x="2930787" y="2384613"/>
                  <a:pt x="2810893" y="2504507"/>
                  <a:pt x="2808922" y="2653979"/>
                </a:cubicBezTo>
                <a:cubicBezTo>
                  <a:pt x="2811158" y="2803455"/>
                  <a:pt x="2931265" y="2923562"/>
                  <a:pt x="3078635" y="2923692"/>
                </a:cubicBezTo>
                <a:cubicBezTo>
                  <a:pt x="3078635" y="2923692"/>
                  <a:pt x="3078635" y="2923692"/>
                  <a:pt x="3550214" y="2924112"/>
                </a:cubicBezTo>
                <a:cubicBezTo>
                  <a:pt x="3697583" y="2924242"/>
                  <a:pt x="3817690" y="3044349"/>
                  <a:pt x="3817820" y="3191718"/>
                </a:cubicBezTo>
                <a:cubicBezTo>
                  <a:pt x="3817820" y="3191718"/>
                  <a:pt x="3817820" y="3191718"/>
                  <a:pt x="3817824" y="3195929"/>
                </a:cubicBezTo>
                <a:cubicBezTo>
                  <a:pt x="3819976" y="3248562"/>
                  <a:pt x="3817891" y="3271717"/>
                  <a:pt x="3841103" y="3332791"/>
                </a:cubicBezTo>
                <a:cubicBezTo>
                  <a:pt x="3860091" y="3377018"/>
                  <a:pt x="3910688" y="3457064"/>
                  <a:pt x="4053850" y="3461401"/>
                </a:cubicBezTo>
                <a:cubicBezTo>
                  <a:pt x="4053850" y="3461401"/>
                  <a:pt x="4053850" y="3461401"/>
                  <a:pt x="5262274" y="3462474"/>
                </a:cubicBezTo>
                <a:cubicBezTo>
                  <a:pt x="5409642" y="3462605"/>
                  <a:pt x="5529747" y="3582711"/>
                  <a:pt x="5531985" y="3732187"/>
                </a:cubicBezTo>
                <a:cubicBezTo>
                  <a:pt x="5531989" y="3736398"/>
                  <a:pt x="5531993" y="3740609"/>
                  <a:pt x="5531999" y="3744819"/>
                </a:cubicBezTo>
                <a:cubicBezTo>
                  <a:pt x="5534145" y="3793244"/>
                  <a:pt x="5532062" y="3816399"/>
                  <a:pt x="5555269" y="3873262"/>
                </a:cubicBezTo>
                <a:cubicBezTo>
                  <a:pt x="5570043" y="3913274"/>
                  <a:pt x="5614314" y="3982788"/>
                  <a:pt x="5732223" y="3999735"/>
                </a:cubicBezTo>
                <a:cubicBezTo>
                  <a:pt x="5732223" y="3999735"/>
                  <a:pt x="5732223" y="3999735"/>
                  <a:pt x="5774329" y="3999771"/>
                </a:cubicBezTo>
                <a:cubicBezTo>
                  <a:pt x="5921698" y="3999902"/>
                  <a:pt x="6043912" y="4122116"/>
                  <a:pt x="6044042" y="4269485"/>
                </a:cubicBezTo>
                <a:cubicBezTo>
                  <a:pt x="6044175" y="4416854"/>
                  <a:pt x="5924281" y="4536748"/>
                  <a:pt x="5774808" y="4538721"/>
                </a:cubicBezTo>
                <a:cubicBezTo>
                  <a:pt x="5774808" y="4538721"/>
                  <a:pt x="5774808" y="4538721"/>
                  <a:pt x="4894806" y="4537940"/>
                </a:cubicBezTo>
                <a:cubicBezTo>
                  <a:pt x="4745331" y="4535702"/>
                  <a:pt x="4625436" y="4655594"/>
                  <a:pt x="4627674" y="4805070"/>
                </a:cubicBezTo>
                <a:cubicBezTo>
                  <a:pt x="4625701" y="4954542"/>
                  <a:pt x="4745808" y="5074649"/>
                  <a:pt x="4895282" y="5072678"/>
                </a:cubicBezTo>
                <a:cubicBezTo>
                  <a:pt x="4895282" y="5072678"/>
                  <a:pt x="4895282" y="5072678"/>
                  <a:pt x="5027915" y="5074900"/>
                </a:cubicBezTo>
                <a:cubicBezTo>
                  <a:pt x="5177387" y="5072927"/>
                  <a:pt x="5299601" y="5195141"/>
                  <a:pt x="5297628" y="5344613"/>
                </a:cubicBezTo>
                <a:cubicBezTo>
                  <a:pt x="5297759" y="5491982"/>
                  <a:pt x="5177866" y="5611876"/>
                  <a:pt x="5030496" y="5611745"/>
                </a:cubicBezTo>
                <a:cubicBezTo>
                  <a:pt x="5030496" y="5611745"/>
                  <a:pt x="5030496" y="5611745"/>
                  <a:pt x="933167" y="5608107"/>
                </a:cubicBezTo>
                <a:lnTo>
                  <a:pt x="788879" y="5607979"/>
                </a:lnTo>
                <a:lnTo>
                  <a:pt x="788879" y="5608329"/>
                </a:lnTo>
                <a:lnTo>
                  <a:pt x="0" y="5608329"/>
                </a:lnTo>
                <a:close/>
                <a:moveTo>
                  <a:pt x="3848513" y="0"/>
                </a:moveTo>
                <a:cubicBezTo>
                  <a:pt x="3995801" y="55"/>
                  <a:pt x="4115781" y="120036"/>
                  <a:pt x="4117942" y="269428"/>
                </a:cubicBezTo>
                <a:cubicBezTo>
                  <a:pt x="4117997" y="416717"/>
                  <a:pt x="3998109" y="536606"/>
                  <a:pt x="3848717" y="538654"/>
                </a:cubicBezTo>
                <a:cubicBezTo>
                  <a:pt x="1973946" y="535839"/>
                  <a:pt x="1973946" y="535839"/>
                  <a:pt x="1973946" y="535839"/>
                </a:cubicBezTo>
                <a:cubicBezTo>
                  <a:pt x="1826658" y="535783"/>
                  <a:pt x="1706678" y="415802"/>
                  <a:pt x="1706621" y="268515"/>
                </a:cubicBezTo>
                <a:cubicBezTo>
                  <a:pt x="1704461" y="119121"/>
                  <a:pt x="1824350" y="-768"/>
                  <a:pt x="1973744" y="1393"/>
                </a:cubicBezTo>
                <a:cubicBezTo>
                  <a:pt x="3848513" y="0"/>
                  <a:pt x="3848513" y="0"/>
                  <a:pt x="3848513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6E143-0E37-4356-878D-CCC3098863C3}"/>
              </a:ext>
            </a:extLst>
          </p:cNvPr>
          <p:cNvSpPr/>
          <p:nvPr userDrawn="1"/>
        </p:nvSpPr>
        <p:spPr>
          <a:xfrm>
            <a:off x="6096000" y="6026727"/>
            <a:ext cx="6096000" cy="83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D56053F3-3BCF-4CCA-B26D-AFE11954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0" y="4800486"/>
            <a:ext cx="5080000" cy="457048"/>
          </a:xfrm>
        </p:spPr>
        <p:txBody>
          <a:bodyPr lIns="0" tIns="0" rIns="0" bIns="0" anchor="t" anchorCtr="0">
            <a:spAutoFit/>
          </a:bodyPr>
          <a:lstStyle>
            <a:lvl1pPr marL="0" algn="r" defTabSz="914400" rtl="0" eaLnBrk="1" latinLnBrk="0" hangingPunct="1">
              <a:defRPr lang="en-US" sz="33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6F7EBBE-05C8-4F3E-8746-B30B63B2C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4985" y="3429000"/>
            <a:ext cx="779015" cy="7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8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0CC8597-9DCE-4EC6-B8F6-C15AD47456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18" b="7918"/>
          <a:stretch/>
        </p:blipFill>
        <p:spPr>
          <a:xfrm rot="10800000">
            <a:off x="5243548" y="-2"/>
            <a:ext cx="6948451" cy="6748663"/>
          </a:xfrm>
          <a:prstGeom prst="rect">
            <a:avLst/>
          </a:prstGeom>
        </p:spPr>
      </p:pic>
      <p:sp>
        <p:nvSpPr>
          <p:cNvPr id="6" name="Freeform 349">
            <a:extLst>
              <a:ext uri="{FF2B5EF4-FFF2-40B4-BE49-F238E27FC236}">
                <a16:creationId xmlns:a16="http://schemas.microsoft.com/office/drawing/2014/main" id="{08E7AD90-C95C-480F-90F5-7BF17C37553B}"/>
              </a:ext>
            </a:extLst>
          </p:cNvPr>
          <p:cNvSpPr>
            <a:spLocks/>
          </p:cNvSpPr>
          <p:nvPr userDrawn="1"/>
        </p:nvSpPr>
        <p:spPr bwMode="auto">
          <a:xfrm>
            <a:off x="9168646" y="123091"/>
            <a:ext cx="1213805" cy="1211706"/>
          </a:xfrm>
          <a:custGeom>
            <a:avLst/>
            <a:gdLst>
              <a:gd name="T0" fmla="*/ 727 w 762"/>
              <a:gd name="T1" fmla="*/ 35 h 762"/>
              <a:gd name="T2" fmla="*/ 727 w 762"/>
              <a:gd name="T3" fmla="*/ 163 h 762"/>
              <a:gd name="T4" fmla="*/ 163 w 762"/>
              <a:gd name="T5" fmla="*/ 727 h 762"/>
              <a:gd name="T6" fmla="*/ 36 w 762"/>
              <a:gd name="T7" fmla="*/ 727 h 762"/>
              <a:gd name="T8" fmla="*/ 36 w 762"/>
              <a:gd name="T9" fmla="*/ 727 h 762"/>
              <a:gd name="T10" fmla="*/ 36 w 762"/>
              <a:gd name="T11" fmla="*/ 599 h 762"/>
              <a:gd name="T12" fmla="*/ 599 w 762"/>
              <a:gd name="T13" fmla="*/ 35 h 762"/>
              <a:gd name="T14" fmla="*/ 727 w 762"/>
              <a:gd name="T15" fmla="*/ 35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2" h="762">
                <a:moveTo>
                  <a:pt x="727" y="35"/>
                </a:moveTo>
                <a:cubicBezTo>
                  <a:pt x="762" y="71"/>
                  <a:pt x="762" y="128"/>
                  <a:pt x="727" y="163"/>
                </a:cubicBezTo>
                <a:cubicBezTo>
                  <a:pt x="163" y="727"/>
                  <a:pt x="163" y="727"/>
                  <a:pt x="163" y="727"/>
                </a:cubicBezTo>
                <a:cubicBezTo>
                  <a:pt x="128" y="762"/>
                  <a:pt x="71" y="762"/>
                  <a:pt x="36" y="727"/>
                </a:cubicBezTo>
                <a:cubicBezTo>
                  <a:pt x="36" y="727"/>
                  <a:pt x="36" y="727"/>
                  <a:pt x="36" y="727"/>
                </a:cubicBezTo>
                <a:cubicBezTo>
                  <a:pt x="0" y="691"/>
                  <a:pt x="0" y="634"/>
                  <a:pt x="36" y="599"/>
                </a:cubicBezTo>
                <a:cubicBezTo>
                  <a:pt x="599" y="35"/>
                  <a:pt x="599" y="35"/>
                  <a:pt x="599" y="35"/>
                </a:cubicBezTo>
                <a:cubicBezTo>
                  <a:pt x="635" y="0"/>
                  <a:pt x="692" y="0"/>
                  <a:pt x="727" y="35"/>
                </a:cubicBezTo>
                <a:close/>
              </a:path>
            </a:pathLst>
          </a:custGeom>
          <a:solidFill>
            <a:srgbClr val="FC6D1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>
              <a:latin typeface="Lato" panose="020F0502020204030203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DC3BE-3548-41C8-A9E2-54FC0B4FA9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0917" y="785838"/>
            <a:ext cx="3923730" cy="3928402"/>
          </a:xfrm>
          <a:custGeom>
            <a:avLst/>
            <a:gdLst>
              <a:gd name="connsiteX0" fmla="*/ 2299602 w 4599204"/>
              <a:gd name="connsiteY0" fmla="*/ 0 h 4604680"/>
              <a:gd name="connsiteX1" fmla="*/ 4599204 w 4599204"/>
              <a:gd name="connsiteY1" fmla="*/ 2302340 h 4604680"/>
              <a:gd name="connsiteX2" fmla="*/ 2299602 w 4599204"/>
              <a:gd name="connsiteY2" fmla="*/ 4604680 h 4604680"/>
              <a:gd name="connsiteX3" fmla="*/ 0 w 4599204"/>
              <a:gd name="connsiteY3" fmla="*/ 2302340 h 4604680"/>
              <a:gd name="connsiteX4" fmla="*/ 2299602 w 4599204"/>
              <a:gd name="connsiteY4" fmla="*/ 0 h 4604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9204" h="4604680">
                <a:moveTo>
                  <a:pt x="2299602" y="0"/>
                </a:moveTo>
                <a:cubicBezTo>
                  <a:pt x="3569637" y="0"/>
                  <a:pt x="4599204" y="1030793"/>
                  <a:pt x="4599204" y="2302340"/>
                </a:cubicBezTo>
                <a:cubicBezTo>
                  <a:pt x="4599204" y="3573887"/>
                  <a:pt x="3569637" y="4604680"/>
                  <a:pt x="2299602" y="4604680"/>
                </a:cubicBezTo>
                <a:cubicBezTo>
                  <a:pt x="1029567" y="4604680"/>
                  <a:pt x="0" y="3573887"/>
                  <a:pt x="0" y="2302340"/>
                </a:cubicBezTo>
                <a:cubicBezTo>
                  <a:pt x="0" y="1030793"/>
                  <a:pt x="1029567" y="0"/>
                  <a:pt x="2299602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2C3937B0-997B-4372-940D-E52A2980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2473040"/>
            <a:ext cx="5080000" cy="553998"/>
          </a:xfrm>
        </p:spPr>
        <p:txBody>
          <a:bodyPr lIns="0" tIns="0" rIns="0" bIns="0" anchor="t" anchorCtr="0">
            <a:spAutoFit/>
          </a:bodyPr>
          <a:lstStyle>
            <a:lvl1pPr marL="0" algn="l" defTabSz="914400" rtl="0" eaLnBrk="1" latinLnBrk="0" hangingPunct="1">
              <a:defRPr lang="en-US" sz="4000" b="0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15C040-6465-4BCA-9B74-D0A3CFCC6595}"/>
              </a:ext>
            </a:extLst>
          </p:cNvPr>
          <p:cNvGrpSpPr/>
          <p:nvPr userDrawn="1"/>
        </p:nvGrpSpPr>
        <p:grpSpPr>
          <a:xfrm>
            <a:off x="628650" y="3818247"/>
            <a:ext cx="3319697" cy="1791985"/>
            <a:chOff x="628650" y="3472302"/>
            <a:chExt cx="3319697" cy="179198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33977DC-58E0-473D-B10C-712535872997}"/>
                </a:ext>
              </a:extLst>
            </p:cNvPr>
            <p:cNvSpPr/>
            <p:nvPr/>
          </p:nvSpPr>
          <p:spPr>
            <a:xfrm>
              <a:off x="705816" y="4872983"/>
              <a:ext cx="2258529" cy="39130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bg1"/>
                  </a:solidFill>
                  <a:latin typeface="Lato" panose="020F0502020204030203" pitchFamily="34" charset="0"/>
                </a:rPr>
                <a:t>Delighted Customers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654CB59-463F-4061-976E-4A601A0B68A6}"/>
                </a:ext>
              </a:extLst>
            </p:cNvPr>
            <p:cNvSpPr/>
            <p:nvPr/>
          </p:nvSpPr>
          <p:spPr>
            <a:xfrm>
              <a:off x="628650" y="3472302"/>
              <a:ext cx="2258529" cy="391304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600" i="1" dirty="0">
                  <a:solidFill>
                    <a:schemeClr val="bg1"/>
                  </a:solidFill>
                  <a:latin typeface="Lato" panose="020F0502020204030203" pitchFamily="34" charset="0"/>
                </a:rPr>
                <a:t>Innovative Services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4C53A0A-C402-4B0C-97D6-F088CA402393}"/>
                </a:ext>
              </a:extLst>
            </p:cNvPr>
            <p:cNvSpPr/>
            <p:nvPr/>
          </p:nvSpPr>
          <p:spPr>
            <a:xfrm>
              <a:off x="2964345" y="3513941"/>
              <a:ext cx="332170" cy="332170"/>
            </a:xfrm>
            <a:prstGeom prst="ellipse">
              <a:avLst/>
            </a:prstGeom>
            <a:solidFill>
              <a:srgbClr val="01CE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A5EE86-0B40-4A88-9214-D2F49C7CBD27}"/>
                </a:ext>
              </a:extLst>
            </p:cNvPr>
            <p:cNvGrpSpPr/>
            <p:nvPr/>
          </p:nvGrpSpPr>
          <p:grpSpPr>
            <a:xfrm>
              <a:off x="1191675" y="4172643"/>
              <a:ext cx="2756672" cy="391304"/>
              <a:chOff x="1115475" y="4110459"/>
              <a:chExt cx="2756672" cy="391304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46079FEC-6AC6-4632-AABD-59916DEBCBDF}"/>
                  </a:ext>
                </a:extLst>
              </p:cNvPr>
              <p:cNvSpPr/>
              <p:nvPr/>
            </p:nvSpPr>
            <p:spPr>
              <a:xfrm>
                <a:off x="1613618" y="4110459"/>
                <a:ext cx="2258529" cy="391304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solidFill>
                      <a:schemeClr val="bg1"/>
                    </a:solidFill>
                    <a:latin typeface="Lato" panose="020F0502020204030203" pitchFamily="34" charset="0"/>
                  </a:rPr>
                  <a:t>Passionate Employees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BADAB47-3577-412E-BDC3-D0997ED8CD28}"/>
                  </a:ext>
                </a:extLst>
              </p:cNvPr>
              <p:cNvSpPr/>
              <p:nvPr/>
            </p:nvSpPr>
            <p:spPr>
              <a:xfrm>
                <a:off x="1115475" y="4125658"/>
                <a:ext cx="367782" cy="367782"/>
              </a:xfrm>
              <a:prstGeom prst="ellipse">
                <a:avLst/>
              </a:prstGeom>
              <a:solidFill>
                <a:srgbClr val="FEB81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F31C3A2-6F80-484C-BC63-B3496B048A63}"/>
                </a:ext>
              </a:extLst>
            </p:cNvPr>
            <p:cNvSpPr/>
            <p:nvPr/>
          </p:nvSpPr>
          <p:spPr>
            <a:xfrm>
              <a:off x="3057672" y="4884744"/>
              <a:ext cx="367782" cy="367782"/>
            </a:xfrm>
            <a:prstGeom prst="ellipse">
              <a:avLst/>
            </a:prstGeom>
            <a:solidFill>
              <a:srgbClr val="EB2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7" name="Text Box 16">
            <a:extLst>
              <a:ext uri="{FF2B5EF4-FFF2-40B4-BE49-F238E27FC236}">
                <a16:creationId xmlns:a16="http://schemas.microsoft.com/office/drawing/2014/main" id="{ED912C31-787E-41A7-99D5-6F8D619446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0388" y="6504793"/>
            <a:ext cx="409193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8670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9">
            <a:extLst>
              <a:ext uri="{FF2B5EF4-FFF2-40B4-BE49-F238E27FC236}">
                <a16:creationId xmlns:a16="http://schemas.microsoft.com/office/drawing/2014/main" id="{C0FFDAB3-B8B5-41EB-BA9F-6BE0C82B64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4177852"/>
          </a:xfrm>
          <a:custGeom>
            <a:avLst/>
            <a:gdLst>
              <a:gd name="connsiteX0" fmla="*/ 3040258 w 12192000"/>
              <a:gd name="connsiteY0" fmla="*/ 1155576 h 4177852"/>
              <a:gd name="connsiteX1" fmla="*/ 3246121 w 12192000"/>
              <a:gd name="connsiteY1" fmla="*/ 1355916 h 4177852"/>
              <a:gd name="connsiteX2" fmla="*/ 3246121 w 12192000"/>
              <a:gd name="connsiteY2" fmla="*/ 2932279 h 4177852"/>
              <a:gd name="connsiteX3" fmla="*/ 3040258 w 12192000"/>
              <a:gd name="connsiteY3" fmla="*/ 3137891 h 4177852"/>
              <a:gd name="connsiteX4" fmla="*/ 2834395 w 12192000"/>
              <a:gd name="connsiteY4" fmla="*/ 2932279 h 4177852"/>
              <a:gd name="connsiteX5" fmla="*/ 2834395 w 12192000"/>
              <a:gd name="connsiteY5" fmla="*/ 1355916 h 4177852"/>
              <a:gd name="connsiteX6" fmla="*/ 3040258 w 12192000"/>
              <a:gd name="connsiteY6" fmla="*/ 1155576 h 4177852"/>
              <a:gd name="connsiteX7" fmla="*/ 9998767 w 12192000"/>
              <a:gd name="connsiteY7" fmla="*/ 0 h 4177852"/>
              <a:gd name="connsiteX8" fmla="*/ 12192000 w 12192000"/>
              <a:gd name="connsiteY8" fmla="*/ 0 h 4177852"/>
              <a:gd name="connsiteX9" fmla="*/ 12192000 w 12192000"/>
              <a:gd name="connsiteY9" fmla="*/ 2290233 h 4177852"/>
              <a:gd name="connsiteX10" fmla="*/ 12160778 w 12192000"/>
              <a:gd name="connsiteY10" fmla="*/ 2299642 h 4177852"/>
              <a:gd name="connsiteX11" fmla="*/ 12036084 w 12192000"/>
              <a:gd name="connsiteY11" fmla="*/ 2489511 h 4177852"/>
              <a:gd name="connsiteX12" fmla="*/ 12036084 w 12192000"/>
              <a:gd name="connsiteY12" fmla="*/ 2589719 h 4177852"/>
              <a:gd name="connsiteX13" fmla="*/ 11835519 w 12192000"/>
              <a:gd name="connsiteY13" fmla="*/ 2795410 h 4177852"/>
              <a:gd name="connsiteX14" fmla="*/ 11629677 w 12192000"/>
              <a:gd name="connsiteY14" fmla="*/ 2589719 h 4177852"/>
              <a:gd name="connsiteX15" fmla="*/ 11629677 w 12192000"/>
              <a:gd name="connsiteY15" fmla="*/ 1977921 h 4177852"/>
              <a:gd name="connsiteX16" fmla="*/ 11423834 w 12192000"/>
              <a:gd name="connsiteY16" fmla="*/ 1777504 h 4177852"/>
              <a:gd name="connsiteX17" fmla="*/ 11223268 w 12192000"/>
              <a:gd name="connsiteY17" fmla="*/ 1977921 h 4177852"/>
              <a:gd name="connsiteX18" fmla="*/ 11223268 w 12192000"/>
              <a:gd name="connsiteY18" fmla="*/ 2447318 h 4177852"/>
              <a:gd name="connsiteX19" fmla="*/ 11033260 w 12192000"/>
              <a:gd name="connsiteY19" fmla="*/ 2653009 h 4177852"/>
              <a:gd name="connsiteX20" fmla="*/ 10911865 w 12192000"/>
              <a:gd name="connsiteY20" fmla="*/ 2668832 h 4177852"/>
              <a:gd name="connsiteX21" fmla="*/ 10816861 w 12192000"/>
              <a:gd name="connsiteY21" fmla="*/ 2805958 h 4177852"/>
              <a:gd name="connsiteX22" fmla="*/ 10816861 w 12192000"/>
              <a:gd name="connsiteY22" fmla="*/ 3312274 h 4177852"/>
              <a:gd name="connsiteX23" fmla="*/ 10611018 w 12192000"/>
              <a:gd name="connsiteY23" fmla="*/ 3517965 h 4177852"/>
              <a:gd name="connsiteX24" fmla="*/ 10410453 w 12192000"/>
              <a:gd name="connsiteY24" fmla="*/ 3312274 h 4177852"/>
              <a:gd name="connsiteX25" fmla="*/ 10410453 w 12192000"/>
              <a:gd name="connsiteY25" fmla="*/ 2510607 h 4177852"/>
              <a:gd name="connsiteX26" fmla="*/ 10310170 w 12192000"/>
              <a:gd name="connsiteY26" fmla="*/ 2362932 h 4177852"/>
              <a:gd name="connsiteX27" fmla="*/ 10220444 w 12192000"/>
              <a:gd name="connsiteY27" fmla="*/ 2347109 h 4177852"/>
              <a:gd name="connsiteX28" fmla="*/ 10204610 w 12192000"/>
              <a:gd name="connsiteY28" fmla="*/ 2347109 h 4177852"/>
              <a:gd name="connsiteX29" fmla="*/ 9998767 w 12192000"/>
              <a:gd name="connsiteY29" fmla="*/ 2141418 h 4177852"/>
              <a:gd name="connsiteX30" fmla="*/ 9998767 w 12192000"/>
              <a:gd name="connsiteY30" fmla="*/ 564455 h 4177852"/>
              <a:gd name="connsiteX31" fmla="*/ 10004045 w 12192000"/>
              <a:gd name="connsiteY31" fmla="*/ 543359 h 4177852"/>
              <a:gd name="connsiteX32" fmla="*/ 9998767 w 12192000"/>
              <a:gd name="connsiteY32" fmla="*/ 516987 h 4177852"/>
              <a:gd name="connsiteX33" fmla="*/ 9998767 w 12192000"/>
              <a:gd name="connsiteY33" fmla="*/ 71301 h 4177852"/>
              <a:gd name="connsiteX34" fmla="*/ 6396171 w 12192000"/>
              <a:gd name="connsiteY34" fmla="*/ 0 h 4177852"/>
              <a:gd name="connsiteX35" fmla="*/ 9904710 w 12192000"/>
              <a:gd name="connsiteY35" fmla="*/ 0 h 4177852"/>
              <a:gd name="connsiteX36" fmla="*/ 9904710 w 12192000"/>
              <a:gd name="connsiteY36" fmla="*/ 10539 h 4177852"/>
              <a:gd name="connsiteX37" fmla="*/ 9904710 w 12192000"/>
              <a:gd name="connsiteY37" fmla="*/ 1176922 h 4177852"/>
              <a:gd name="connsiteX38" fmla="*/ 9904710 w 12192000"/>
              <a:gd name="connsiteY38" fmla="*/ 2864615 h 4177852"/>
              <a:gd name="connsiteX39" fmla="*/ 9709497 w 12192000"/>
              <a:gd name="connsiteY39" fmla="*/ 3059755 h 4177852"/>
              <a:gd name="connsiteX40" fmla="*/ 9514286 w 12192000"/>
              <a:gd name="connsiteY40" fmla="*/ 2864615 h 4177852"/>
              <a:gd name="connsiteX41" fmla="*/ 9514286 w 12192000"/>
              <a:gd name="connsiteY41" fmla="*/ 2548172 h 4177852"/>
              <a:gd name="connsiteX42" fmla="*/ 9319074 w 12192000"/>
              <a:gd name="connsiteY42" fmla="*/ 2353034 h 4177852"/>
              <a:gd name="connsiteX43" fmla="*/ 9123863 w 12192000"/>
              <a:gd name="connsiteY43" fmla="*/ 2548172 h 4177852"/>
              <a:gd name="connsiteX44" fmla="*/ 9123863 w 12192000"/>
              <a:gd name="connsiteY44" fmla="*/ 3202155 h 4177852"/>
              <a:gd name="connsiteX45" fmla="*/ 8933926 w 12192000"/>
              <a:gd name="connsiteY45" fmla="*/ 3397293 h 4177852"/>
              <a:gd name="connsiteX46" fmla="*/ 8738715 w 12192000"/>
              <a:gd name="connsiteY46" fmla="*/ 3202155 h 4177852"/>
              <a:gd name="connsiteX47" fmla="*/ 8738715 w 12192000"/>
              <a:gd name="connsiteY47" fmla="*/ 2616736 h 4177852"/>
              <a:gd name="connsiteX48" fmla="*/ 8543502 w 12192000"/>
              <a:gd name="connsiteY48" fmla="*/ 2421596 h 4177852"/>
              <a:gd name="connsiteX49" fmla="*/ 8348291 w 12192000"/>
              <a:gd name="connsiteY49" fmla="*/ 2616736 h 4177852"/>
              <a:gd name="connsiteX50" fmla="*/ 8348291 w 12192000"/>
              <a:gd name="connsiteY50" fmla="*/ 3982713 h 4177852"/>
              <a:gd name="connsiteX51" fmla="*/ 8153079 w 12192000"/>
              <a:gd name="connsiteY51" fmla="*/ 4177852 h 4177852"/>
              <a:gd name="connsiteX52" fmla="*/ 7957866 w 12192000"/>
              <a:gd name="connsiteY52" fmla="*/ 3982713 h 4177852"/>
              <a:gd name="connsiteX53" fmla="*/ 7957866 w 12192000"/>
              <a:gd name="connsiteY53" fmla="*/ 2864615 h 4177852"/>
              <a:gd name="connsiteX54" fmla="*/ 7762655 w 12192000"/>
              <a:gd name="connsiteY54" fmla="*/ 2669475 h 4177852"/>
              <a:gd name="connsiteX55" fmla="*/ 7567443 w 12192000"/>
              <a:gd name="connsiteY55" fmla="*/ 2864615 h 4177852"/>
              <a:gd name="connsiteX56" fmla="*/ 7567443 w 12192000"/>
              <a:gd name="connsiteY56" fmla="*/ 2817149 h 4177852"/>
              <a:gd name="connsiteX57" fmla="*/ 7372231 w 12192000"/>
              <a:gd name="connsiteY57" fmla="*/ 3012288 h 4177852"/>
              <a:gd name="connsiteX58" fmla="*/ 7177019 w 12192000"/>
              <a:gd name="connsiteY58" fmla="*/ 2817149 h 4177852"/>
              <a:gd name="connsiteX59" fmla="*/ 7177019 w 12192000"/>
              <a:gd name="connsiteY59" fmla="*/ 2738039 h 4177852"/>
              <a:gd name="connsiteX60" fmla="*/ 6981807 w 12192000"/>
              <a:gd name="connsiteY60" fmla="*/ 2548172 h 4177852"/>
              <a:gd name="connsiteX61" fmla="*/ 6786596 w 12192000"/>
              <a:gd name="connsiteY61" fmla="*/ 2738039 h 4177852"/>
              <a:gd name="connsiteX62" fmla="*/ 6786596 w 12192000"/>
              <a:gd name="connsiteY62" fmla="*/ 2716943 h 4177852"/>
              <a:gd name="connsiteX63" fmla="*/ 6591384 w 12192000"/>
              <a:gd name="connsiteY63" fmla="*/ 2912081 h 4177852"/>
              <a:gd name="connsiteX64" fmla="*/ 6396171 w 12192000"/>
              <a:gd name="connsiteY64" fmla="*/ 2716943 h 4177852"/>
              <a:gd name="connsiteX65" fmla="*/ 6396171 w 12192000"/>
              <a:gd name="connsiteY65" fmla="*/ 1029248 h 4177852"/>
              <a:gd name="connsiteX66" fmla="*/ 6396171 w 12192000"/>
              <a:gd name="connsiteY66" fmla="*/ 81691 h 4177852"/>
              <a:gd name="connsiteX67" fmla="*/ 3340177 w 12192000"/>
              <a:gd name="connsiteY67" fmla="*/ 0 h 4177852"/>
              <a:gd name="connsiteX68" fmla="*/ 6190309 w 12192000"/>
              <a:gd name="connsiteY68" fmla="*/ 0 h 4177852"/>
              <a:gd name="connsiteX69" fmla="*/ 6190309 w 12192000"/>
              <a:gd name="connsiteY69" fmla="*/ 117990 h 4177852"/>
              <a:gd name="connsiteX70" fmla="*/ 6190309 w 12192000"/>
              <a:gd name="connsiteY70" fmla="*/ 1182574 h 4177852"/>
              <a:gd name="connsiteX71" fmla="*/ 6185031 w 12192000"/>
              <a:gd name="connsiteY71" fmla="*/ 1240593 h 4177852"/>
              <a:gd name="connsiteX72" fmla="*/ 6190309 w 12192000"/>
              <a:gd name="connsiteY72" fmla="*/ 1293337 h 4177852"/>
              <a:gd name="connsiteX73" fmla="*/ 6190309 w 12192000"/>
              <a:gd name="connsiteY73" fmla="*/ 2870383 h 4177852"/>
              <a:gd name="connsiteX74" fmla="*/ 5989744 w 12192000"/>
              <a:gd name="connsiteY74" fmla="*/ 3076085 h 4177852"/>
              <a:gd name="connsiteX75" fmla="*/ 5783901 w 12192000"/>
              <a:gd name="connsiteY75" fmla="*/ 2870383 h 4177852"/>
              <a:gd name="connsiteX76" fmla="*/ 5783901 w 12192000"/>
              <a:gd name="connsiteY76" fmla="*/ 2437882 h 4177852"/>
              <a:gd name="connsiteX77" fmla="*/ 5583336 w 12192000"/>
              <a:gd name="connsiteY77" fmla="*/ 2237455 h 4177852"/>
              <a:gd name="connsiteX78" fmla="*/ 5377493 w 12192000"/>
              <a:gd name="connsiteY78" fmla="*/ 2437882 h 4177852"/>
              <a:gd name="connsiteX79" fmla="*/ 5377493 w 12192000"/>
              <a:gd name="connsiteY79" fmla="*/ 2569742 h 4177852"/>
              <a:gd name="connsiteX80" fmla="*/ 5171650 w 12192000"/>
              <a:gd name="connsiteY80" fmla="*/ 2770170 h 4177852"/>
              <a:gd name="connsiteX81" fmla="*/ 5161094 w 12192000"/>
              <a:gd name="connsiteY81" fmla="*/ 2770170 h 4177852"/>
              <a:gd name="connsiteX82" fmla="*/ 5066090 w 12192000"/>
              <a:gd name="connsiteY82" fmla="*/ 2785993 h 4177852"/>
              <a:gd name="connsiteX83" fmla="*/ 4971086 w 12192000"/>
              <a:gd name="connsiteY83" fmla="*/ 2928402 h 4177852"/>
              <a:gd name="connsiteX84" fmla="*/ 4971086 w 12192000"/>
              <a:gd name="connsiteY84" fmla="*/ 3851422 h 4177852"/>
              <a:gd name="connsiteX85" fmla="*/ 4765243 w 12192000"/>
              <a:gd name="connsiteY85" fmla="*/ 4051850 h 4177852"/>
              <a:gd name="connsiteX86" fmla="*/ 4564678 w 12192000"/>
              <a:gd name="connsiteY86" fmla="*/ 3851422 h 4177852"/>
              <a:gd name="connsiteX87" fmla="*/ 4564678 w 12192000"/>
              <a:gd name="connsiteY87" fmla="*/ 3498037 h 4177852"/>
              <a:gd name="connsiteX88" fmla="*/ 4464395 w 12192000"/>
              <a:gd name="connsiteY88" fmla="*/ 3355628 h 4177852"/>
              <a:gd name="connsiteX89" fmla="*/ 4374669 w 12192000"/>
              <a:gd name="connsiteY89" fmla="*/ 3339805 h 4177852"/>
              <a:gd name="connsiteX90" fmla="*/ 4358835 w 12192000"/>
              <a:gd name="connsiteY90" fmla="*/ 3339805 h 4177852"/>
              <a:gd name="connsiteX91" fmla="*/ 4158269 w 12192000"/>
              <a:gd name="connsiteY91" fmla="*/ 3139378 h 4177852"/>
              <a:gd name="connsiteX92" fmla="*/ 3952427 w 12192000"/>
              <a:gd name="connsiteY92" fmla="*/ 2933676 h 4177852"/>
              <a:gd name="connsiteX93" fmla="*/ 3746584 w 12192000"/>
              <a:gd name="connsiteY93" fmla="*/ 3139378 h 4177852"/>
              <a:gd name="connsiteX94" fmla="*/ 3746584 w 12192000"/>
              <a:gd name="connsiteY94" fmla="*/ 3687916 h 4177852"/>
              <a:gd name="connsiteX95" fmla="*/ 3546019 w 12192000"/>
              <a:gd name="connsiteY95" fmla="*/ 3888343 h 4177852"/>
              <a:gd name="connsiteX96" fmla="*/ 3340177 w 12192000"/>
              <a:gd name="connsiteY96" fmla="*/ 3687916 h 4177852"/>
              <a:gd name="connsiteX97" fmla="*/ 3340177 w 12192000"/>
              <a:gd name="connsiteY97" fmla="*/ 2000107 h 4177852"/>
              <a:gd name="connsiteX98" fmla="*/ 3340177 w 12192000"/>
              <a:gd name="connsiteY98" fmla="*/ 118300 h 4177852"/>
              <a:gd name="connsiteX99" fmla="*/ 2834394 w 12192000"/>
              <a:gd name="connsiteY99" fmla="*/ 0 h 4177852"/>
              <a:gd name="connsiteX100" fmla="*/ 3246120 w 12192000"/>
              <a:gd name="connsiteY100" fmla="*/ 0 h 4177852"/>
              <a:gd name="connsiteX101" fmla="*/ 3246120 w 12192000"/>
              <a:gd name="connsiteY101" fmla="*/ 112341 h 4177852"/>
              <a:gd name="connsiteX102" fmla="*/ 3246120 w 12192000"/>
              <a:gd name="connsiteY102" fmla="*/ 786419 h 4177852"/>
              <a:gd name="connsiteX103" fmla="*/ 3040257 w 12192000"/>
              <a:gd name="connsiteY103" fmla="*/ 986980 h 4177852"/>
              <a:gd name="connsiteX104" fmla="*/ 2834394 w 12192000"/>
              <a:gd name="connsiteY104" fmla="*/ 786419 h 4177852"/>
              <a:gd name="connsiteX105" fmla="*/ 2834394 w 12192000"/>
              <a:gd name="connsiteY105" fmla="*/ 11480 h 4177852"/>
              <a:gd name="connsiteX106" fmla="*/ 0 w 12192000"/>
              <a:gd name="connsiteY106" fmla="*/ 0 h 4177852"/>
              <a:gd name="connsiteX107" fmla="*/ 2733238 w 12192000"/>
              <a:gd name="connsiteY107" fmla="*/ 0 h 4177852"/>
              <a:gd name="connsiteX108" fmla="*/ 2733238 w 12192000"/>
              <a:gd name="connsiteY108" fmla="*/ 27664 h 4177852"/>
              <a:gd name="connsiteX109" fmla="*/ 2733238 w 12192000"/>
              <a:gd name="connsiteY109" fmla="*/ 1029248 h 4177852"/>
              <a:gd name="connsiteX110" fmla="*/ 2733238 w 12192000"/>
              <a:gd name="connsiteY110" fmla="*/ 2716943 h 4177852"/>
              <a:gd name="connsiteX111" fmla="*/ 2538026 w 12192000"/>
              <a:gd name="connsiteY111" fmla="*/ 2912081 h 4177852"/>
              <a:gd name="connsiteX112" fmla="*/ 2342815 w 12192000"/>
              <a:gd name="connsiteY112" fmla="*/ 2716943 h 4177852"/>
              <a:gd name="connsiteX113" fmla="*/ 2342815 w 12192000"/>
              <a:gd name="connsiteY113" fmla="*/ 2738039 h 4177852"/>
              <a:gd name="connsiteX114" fmla="*/ 2147602 w 12192000"/>
              <a:gd name="connsiteY114" fmla="*/ 2548172 h 4177852"/>
              <a:gd name="connsiteX115" fmla="*/ 1952390 w 12192000"/>
              <a:gd name="connsiteY115" fmla="*/ 2738039 h 4177852"/>
              <a:gd name="connsiteX116" fmla="*/ 1952390 w 12192000"/>
              <a:gd name="connsiteY116" fmla="*/ 2817149 h 4177852"/>
              <a:gd name="connsiteX117" fmla="*/ 1757179 w 12192000"/>
              <a:gd name="connsiteY117" fmla="*/ 3012288 h 4177852"/>
              <a:gd name="connsiteX118" fmla="*/ 1561966 w 12192000"/>
              <a:gd name="connsiteY118" fmla="*/ 2817149 h 4177852"/>
              <a:gd name="connsiteX119" fmla="*/ 1561966 w 12192000"/>
              <a:gd name="connsiteY119" fmla="*/ 2864615 h 4177852"/>
              <a:gd name="connsiteX120" fmla="*/ 1366754 w 12192000"/>
              <a:gd name="connsiteY120" fmla="*/ 2669475 h 4177852"/>
              <a:gd name="connsiteX121" fmla="*/ 1171543 w 12192000"/>
              <a:gd name="connsiteY121" fmla="*/ 2864615 h 4177852"/>
              <a:gd name="connsiteX122" fmla="*/ 1171543 w 12192000"/>
              <a:gd name="connsiteY122" fmla="*/ 3982713 h 4177852"/>
              <a:gd name="connsiteX123" fmla="*/ 976330 w 12192000"/>
              <a:gd name="connsiteY123" fmla="*/ 4177852 h 4177852"/>
              <a:gd name="connsiteX124" fmla="*/ 781118 w 12192000"/>
              <a:gd name="connsiteY124" fmla="*/ 3982713 h 4177852"/>
              <a:gd name="connsiteX125" fmla="*/ 781118 w 12192000"/>
              <a:gd name="connsiteY125" fmla="*/ 2616736 h 4177852"/>
              <a:gd name="connsiteX126" fmla="*/ 591182 w 12192000"/>
              <a:gd name="connsiteY126" fmla="*/ 2421596 h 4177852"/>
              <a:gd name="connsiteX127" fmla="*/ 395971 w 12192000"/>
              <a:gd name="connsiteY127" fmla="*/ 2616736 h 4177852"/>
              <a:gd name="connsiteX128" fmla="*/ 395971 w 12192000"/>
              <a:gd name="connsiteY128" fmla="*/ 3202155 h 4177852"/>
              <a:gd name="connsiteX129" fmla="*/ 200759 w 12192000"/>
              <a:gd name="connsiteY129" fmla="*/ 3397293 h 4177852"/>
              <a:gd name="connsiteX130" fmla="*/ 5546 w 12192000"/>
              <a:gd name="connsiteY130" fmla="*/ 3202155 h 4177852"/>
              <a:gd name="connsiteX131" fmla="*/ 5546 w 12192000"/>
              <a:gd name="connsiteY131" fmla="*/ 2548172 h 4177852"/>
              <a:gd name="connsiteX132" fmla="*/ 0 w 12192000"/>
              <a:gd name="connsiteY132" fmla="*/ 2520831 h 4177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2192000" h="4177852">
                <a:moveTo>
                  <a:pt x="3040258" y="1155576"/>
                </a:moveTo>
                <a:cubicBezTo>
                  <a:pt x="3151108" y="1155576"/>
                  <a:pt x="3246121" y="1245202"/>
                  <a:pt x="3246121" y="1355916"/>
                </a:cubicBezTo>
                <a:cubicBezTo>
                  <a:pt x="3246121" y="2932279"/>
                  <a:pt x="3246121" y="2932279"/>
                  <a:pt x="3246121" y="2932279"/>
                </a:cubicBezTo>
                <a:cubicBezTo>
                  <a:pt x="3246121" y="3048265"/>
                  <a:pt x="3151108" y="3137891"/>
                  <a:pt x="3040258" y="3137891"/>
                </a:cubicBezTo>
                <a:cubicBezTo>
                  <a:pt x="2929409" y="3137891"/>
                  <a:pt x="2834395" y="3048265"/>
                  <a:pt x="2834395" y="2932279"/>
                </a:cubicBezTo>
                <a:cubicBezTo>
                  <a:pt x="2834395" y="1355916"/>
                  <a:pt x="2834395" y="1355916"/>
                  <a:pt x="2834395" y="1355916"/>
                </a:cubicBezTo>
                <a:cubicBezTo>
                  <a:pt x="2834395" y="1245202"/>
                  <a:pt x="2929409" y="1155576"/>
                  <a:pt x="3040258" y="1155576"/>
                </a:cubicBezTo>
                <a:close/>
                <a:moveTo>
                  <a:pt x="9998767" y="0"/>
                </a:moveTo>
                <a:lnTo>
                  <a:pt x="12192000" y="0"/>
                </a:lnTo>
                <a:lnTo>
                  <a:pt x="12192000" y="2290233"/>
                </a:lnTo>
                <a:lnTo>
                  <a:pt x="12160778" y="2299642"/>
                </a:lnTo>
                <a:cubicBezTo>
                  <a:pt x="12086555" y="2330298"/>
                  <a:pt x="12036084" y="2402488"/>
                  <a:pt x="12036084" y="2489511"/>
                </a:cubicBezTo>
                <a:cubicBezTo>
                  <a:pt x="12036084" y="2489511"/>
                  <a:pt x="12036084" y="2489511"/>
                  <a:pt x="12036084" y="2589719"/>
                </a:cubicBezTo>
                <a:cubicBezTo>
                  <a:pt x="12036084" y="2700476"/>
                  <a:pt x="11946357" y="2795410"/>
                  <a:pt x="11835519" y="2795410"/>
                </a:cubicBezTo>
                <a:cubicBezTo>
                  <a:pt x="11719403" y="2795410"/>
                  <a:pt x="11629677" y="2700476"/>
                  <a:pt x="11629677" y="2589719"/>
                </a:cubicBezTo>
                <a:cubicBezTo>
                  <a:pt x="11629677" y="2589719"/>
                  <a:pt x="11629677" y="2589719"/>
                  <a:pt x="11629677" y="1977921"/>
                </a:cubicBezTo>
                <a:cubicBezTo>
                  <a:pt x="11629677" y="1867165"/>
                  <a:pt x="11539950" y="1777504"/>
                  <a:pt x="11423834" y="1777504"/>
                </a:cubicBezTo>
                <a:cubicBezTo>
                  <a:pt x="11312995" y="1777504"/>
                  <a:pt x="11223268" y="1867165"/>
                  <a:pt x="11223268" y="1977921"/>
                </a:cubicBezTo>
                <a:cubicBezTo>
                  <a:pt x="11223268" y="1977921"/>
                  <a:pt x="11223268" y="1977921"/>
                  <a:pt x="11223268" y="2447318"/>
                </a:cubicBezTo>
                <a:cubicBezTo>
                  <a:pt x="11223268" y="2558075"/>
                  <a:pt x="11138820" y="2642460"/>
                  <a:pt x="11033260" y="2653009"/>
                </a:cubicBezTo>
                <a:cubicBezTo>
                  <a:pt x="10980480" y="2653009"/>
                  <a:pt x="10964646" y="2653009"/>
                  <a:pt x="10911865" y="2668832"/>
                </a:cubicBezTo>
                <a:cubicBezTo>
                  <a:pt x="10880197" y="2679379"/>
                  <a:pt x="10827417" y="2716298"/>
                  <a:pt x="10816861" y="2805958"/>
                </a:cubicBezTo>
                <a:cubicBezTo>
                  <a:pt x="10816861" y="2805958"/>
                  <a:pt x="10816861" y="2805958"/>
                  <a:pt x="10816861" y="3312274"/>
                </a:cubicBezTo>
                <a:cubicBezTo>
                  <a:pt x="10816861" y="3423031"/>
                  <a:pt x="10721857" y="3517965"/>
                  <a:pt x="10611018" y="3517965"/>
                </a:cubicBezTo>
                <a:cubicBezTo>
                  <a:pt x="10500180" y="3517965"/>
                  <a:pt x="10410453" y="3423031"/>
                  <a:pt x="10410453" y="3312274"/>
                </a:cubicBezTo>
                <a:cubicBezTo>
                  <a:pt x="10410453" y="3312274"/>
                  <a:pt x="10410453" y="3312274"/>
                  <a:pt x="10410453" y="2510607"/>
                </a:cubicBezTo>
                <a:cubicBezTo>
                  <a:pt x="10399897" y="2410399"/>
                  <a:pt x="10341838" y="2373480"/>
                  <a:pt x="10310170" y="2362932"/>
                </a:cubicBezTo>
                <a:cubicBezTo>
                  <a:pt x="10273225" y="2347109"/>
                  <a:pt x="10252112" y="2347109"/>
                  <a:pt x="10220444" y="2347109"/>
                </a:cubicBezTo>
                <a:cubicBezTo>
                  <a:pt x="10215166" y="2347109"/>
                  <a:pt x="10209888" y="2347109"/>
                  <a:pt x="10204610" y="2347109"/>
                </a:cubicBezTo>
                <a:cubicBezTo>
                  <a:pt x="10093771" y="2347109"/>
                  <a:pt x="9998767" y="2257449"/>
                  <a:pt x="9998767" y="2141418"/>
                </a:cubicBezTo>
                <a:cubicBezTo>
                  <a:pt x="9998767" y="2141418"/>
                  <a:pt x="9998767" y="2141418"/>
                  <a:pt x="9998767" y="564455"/>
                </a:cubicBezTo>
                <a:cubicBezTo>
                  <a:pt x="9998767" y="559180"/>
                  <a:pt x="10004045" y="548633"/>
                  <a:pt x="10004045" y="543359"/>
                </a:cubicBezTo>
                <a:cubicBezTo>
                  <a:pt x="10004045" y="532810"/>
                  <a:pt x="9998767" y="527536"/>
                  <a:pt x="9998767" y="516987"/>
                </a:cubicBezTo>
                <a:cubicBezTo>
                  <a:pt x="9998767" y="516987"/>
                  <a:pt x="9998767" y="516987"/>
                  <a:pt x="9998767" y="71301"/>
                </a:cubicBezTo>
                <a:close/>
                <a:moveTo>
                  <a:pt x="6396171" y="0"/>
                </a:moveTo>
                <a:lnTo>
                  <a:pt x="9904710" y="0"/>
                </a:lnTo>
                <a:lnTo>
                  <a:pt x="9904710" y="10539"/>
                </a:lnTo>
                <a:cubicBezTo>
                  <a:pt x="9904710" y="349953"/>
                  <a:pt x="9904710" y="736560"/>
                  <a:pt x="9904710" y="1176922"/>
                </a:cubicBezTo>
                <a:cubicBezTo>
                  <a:pt x="9904710" y="1176922"/>
                  <a:pt x="9904710" y="1176922"/>
                  <a:pt x="9904710" y="2864615"/>
                </a:cubicBezTo>
                <a:cubicBezTo>
                  <a:pt x="9904710" y="2970096"/>
                  <a:pt x="9820294" y="3059755"/>
                  <a:pt x="9709497" y="3059755"/>
                </a:cubicBezTo>
                <a:cubicBezTo>
                  <a:pt x="9603978" y="3059755"/>
                  <a:pt x="9514286" y="2970096"/>
                  <a:pt x="9514286" y="2864615"/>
                </a:cubicBezTo>
                <a:cubicBezTo>
                  <a:pt x="9514286" y="2864615"/>
                  <a:pt x="9514286" y="2864615"/>
                  <a:pt x="9514286" y="2548172"/>
                </a:cubicBezTo>
                <a:cubicBezTo>
                  <a:pt x="9514286" y="2437418"/>
                  <a:pt x="9429870" y="2353034"/>
                  <a:pt x="9319074" y="2353034"/>
                </a:cubicBezTo>
                <a:cubicBezTo>
                  <a:pt x="9213555" y="2353034"/>
                  <a:pt x="9123863" y="2437418"/>
                  <a:pt x="9123863" y="2548172"/>
                </a:cubicBezTo>
                <a:cubicBezTo>
                  <a:pt x="9123863" y="2548172"/>
                  <a:pt x="9123863" y="2548172"/>
                  <a:pt x="9123863" y="3202155"/>
                </a:cubicBezTo>
                <a:cubicBezTo>
                  <a:pt x="9123863" y="3312909"/>
                  <a:pt x="9039446" y="3397293"/>
                  <a:pt x="8933926" y="3397293"/>
                </a:cubicBezTo>
                <a:cubicBezTo>
                  <a:pt x="8823130" y="3397293"/>
                  <a:pt x="8738715" y="3312909"/>
                  <a:pt x="8738715" y="3202155"/>
                </a:cubicBezTo>
                <a:cubicBezTo>
                  <a:pt x="8738715" y="3202155"/>
                  <a:pt x="8738715" y="3202155"/>
                  <a:pt x="8738715" y="2616736"/>
                </a:cubicBezTo>
                <a:cubicBezTo>
                  <a:pt x="8738715" y="2511255"/>
                  <a:pt x="8649023" y="2421596"/>
                  <a:pt x="8543502" y="2421596"/>
                </a:cubicBezTo>
                <a:cubicBezTo>
                  <a:pt x="8432706" y="2421596"/>
                  <a:pt x="8348291" y="2511255"/>
                  <a:pt x="8348291" y="2616736"/>
                </a:cubicBezTo>
                <a:cubicBezTo>
                  <a:pt x="8348291" y="2616736"/>
                  <a:pt x="8348291" y="2616736"/>
                  <a:pt x="8348291" y="3982713"/>
                </a:cubicBezTo>
                <a:cubicBezTo>
                  <a:pt x="8348291" y="4088194"/>
                  <a:pt x="8258599" y="4177852"/>
                  <a:pt x="8153079" y="4177852"/>
                </a:cubicBezTo>
                <a:cubicBezTo>
                  <a:pt x="8042283" y="4177852"/>
                  <a:pt x="7957866" y="4088194"/>
                  <a:pt x="7957866" y="3982713"/>
                </a:cubicBezTo>
                <a:cubicBezTo>
                  <a:pt x="7957866" y="3982713"/>
                  <a:pt x="7957866" y="3982713"/>
                  <a:pt x="7957866" y="2864615"/>
                </a:cubicBezTo>
                <a:cubicBezTo>
                  <a:pt x="7957866" y="2753861"/>
                  <a:pt x="7868174" y="2669475"/>
                  <a:pt x="7762655" y="2669475"/>
                </a:cubicBezTo>
                <a:cubicBezTo>
                  <a:pt x="7657135" y="2669475"/>
                  <a:pt x="7567443" y="2753861"/>
                  <a:pt x="7567443" y="2864615"/>
                </a:cubicBezTo>
                <a:cubicBezTo>
                  <a:pt x="7567443" y="2864615"/>
                  <a:pt x="7567443" y="2864615"/>
                  <a:pt x="7567443" y="2817149"/>
                </a:cubicBezTo>
                <a:cubicBezTo>
                  <a:pt x="7567443" y="2927904"/>
                  <a:pt x="7477751" y="3012288"/>
                  <a:pt x="7372231" y="3012288"/>
                </a:cubicBezTo>
                <a:cubicBezTo>
                  <a:pt x="7266711" y="3012288"/>
                  <a:pt x="7177019" y="2927904"/>
                  <a:pt x="7177019" y="2817149"/>
                </a:cubicBezTo>
                <a:cubicBezTo>
                  <a:pt x="7177019" y="2817149"/>
                  <a:pt x="7177019" y="2817149"/>
                  <a:pt x="7177019" y="2738039"/>
                </a:cubicBezTo>
                <a:cubicBezTo>
                  <a:pt x="7177019" y="2632558"/>
                  <a:pt x="7092603" y="2548172"/>
                  <a:pt x="6981807" y="2548172"/>
                </a:cubicBezTo>
                <a:cubicBezTo>
                  <a:pt x="6876288" y="2548172"/>
                  <a:pt x="6786596" y="2632558"/>
                  <a:pt x="6786596" y="2738039"/>
                </a:cubicBezTo>
                <a:cubicBezTo>
                  <a:pt x="6786596" y="2738039"/>
                  <a:pt x="6786596" y="2738039"/>
                  <a:pt x="6786596" y="2716943"/>
                </a:cubicBezTo>
                <a:cubicBezTo>
                  <a:pt x="6786596" y="2822423"/>
                  <a:pt x="6702179" y="2912081"/>
                  <a:pt x="6591384" y="2912081"/>
                </a:cubicBezTo>
                <a:cubicBezTo>
                  <a:pt x="6485863" y="2912081"/>
                  <a:pt x="6396171" y="2822423"/>
                  <a:pt x="6396171" y="2716943"/>
                </a:cubicBezTo>
                <a:cubicBezTo>
                  <a:pt x="6396171" y="2716943"/>
                  <a:pt x="6396171" y="2716943"/>
                  <a:pt x="6396171" y="1029248"/>
                </a:cubicBezTo>
                <a:cubicBezTo>
                  <a:pt x="6396171" y="1029248"/>
                  <a:pt x="6396171" y="1029248"/>
                  <a:pt x="6396171" y="81691"/>
                </a:cubicBezTo>
                <a:close/>
                <a:moveTo>
                  <a:pt x="3340177" y="0"/>
                </a:moveTo>
                <a:lnTo>
                  <a:pt x="6190309" y="0"/>
                </a:lnTo>
                <a:lnTo>
                  <a:pt x="6190309" y="117990"/>
                </a:lnTo>
                <a:cubicBezTo>
                  <a:pt x="6190309" y="350928"/>
                  <a:pt x="6190309" y="689747"/>
                  <a:pt x="6190309" y="1182574"/>
                </a:cubicBezTo>
                <a:cubicBezTo>
                  <a:pt x="6190309" y="1203672"/>
                  <a:pt x="6190309" y="1224769"/>
                  <a:pt x="6185031" y="1240593"/>
                </a:cubicBezTo>
                <a:cubicBezTo>
                  <a:pt x="6190309" y="1256416"/>
                  <a:pt x="6190309" y="1277513"/>
                  <a:pt x="6190309" y="1293337"/>
                </a:cubicBezTo>
                <a:cubicBezTo>
                  <a:pt x="6190309" y="1293337"/>
                  <a:pt x="6190309" y="1293337"/>
                  <a:pt x="6190309" y="2870383"/>
                </a:cubicBezTo>
                <a:cubicBezTo>
                  <a:pt x="6190309" y="2986420"/>
                  <a:pt x="6100582" y="3076085"/>
                  <a:pt x="5989744" y="3076085"/>
                </a:cubicBezTo>
                <a:cubicBezTo>
                  <a:pt x="5873629" y="3076085"/>
                  <a:pt x="5783901" y="2986420"/>
                  <a:pt x="5783901" y="2870383"/>
                </a:cubicBezTo>
                <a:cubicBezTo>
                  <a:pt x="5783901" y="2870383"/>
                  <a:pt x="5783901" y="2870383"/>
                  <a:pt x="5783901" y="2437882"/>
                </a:cubicBezTo>
                <a:cubicBezTo>
                  <a:pt x="5783901" y="2327120"/>
                  <a:pt x="5694175" y="2237455"/>
                  <a:pt x="5583336" y="2237455"/>
                </a:cubicBezTo>
                <a:cubicBezTo>
                  <a:pt x="5467220" y="2237455"/>
                  <a:pt x="5377493" y="2327120"/>
                  <a:pt x="5377493" y="2437882"/>
                </a:cubicBezTo>
                <a:cubicBezTo>
                  <a:pt x="5377493" y="2437882"/>
                  <a:pt x="5377493" y="2437882"/>
                  <a:pt x="5377493" y="2569742"/>
                </a:cubicBezTo>
                <a:cubicBezTo>
                  <a:pt x="5377493" y="2680505"/>
                  <a:pt x="5287768" y="2770170"/>
                  <a:pt x="5171650" y="2770170"/>
                </a:cubicBezTo>
                <a:cubicBezTo>
                  <a:pt x="5171650" y="2770170"/>
                  <a:pt x="5166373" y="2770170"/>
                  <a:pt x="5161094" y="2770170"/>
                </a:cubicBezTo>
                <a:cubicBezTo>
                  <a:pt x="5129426" y="2770170"/>
                  <a:pt x="5108314" y="2770170"/>
                  <a:pt x="5066090" y="2785993"/>
                </a:cubicBezTo>
                <a:cubicBezTo>
                  <a:pt x="5034423" y="2801817"/>
                  <a:pt x="4981643" y="2833462"/>
                  <a:pt x="4971086" y="2928402"/>
                </a:cubicBezTo>
                <a:cubicBezTo>
                  <a:pt x="4971086" y="2928402"/>
                  <a:pt x="4971086" y="2928402"/>
                  <a:pt x="4971086" y="3851422"/>
                </a:cubicBezTo>
                <a:cubicBezTo>
                  <a:pt x="4971086" y="3962184"/>
                  <a:pt x="4881360" y="4051850"/>
                  <a:pt x="4765243" y="4051850"/>
                </a:cubicBezTo>
                <a:cubicBezTo>
                  <a:pt x="4654405" y="4051850"/>
                  <a:pt x="4564678" y="3962184"/>
                  <a:pt x="4564678" y="3851422"/>
                </a:cubicBezTo>
                <a:cubicBezTo>
                  <a:pt x="4564678" y="3851422"/>
                  <a:pt x="4564678" y="3851422"/>
                  <a:pt x="4564678" y="3498037"/>
                </a:cubicBezTo>
                <a:cubicBezTo>
                  <a:pt x="4554122" y="3403098"/>
                  <a:pt x="4496063" y="3371452"/>
                  <a:pt x="4464395" y="3355628"/>
                </a:cubicBezTo>
                <a:cubicBezTo>
                  <a:pt x="4427449" y="3345079"/>
                  <a:pt x="4406338" y="3339805"/>
                  <a:pt x="4374669" y="3339805"/>
                </a:cubicBezTo>
                <a:cubicBezTo>
                  <a:pt x="4369392" y="3339805"/>
                  <a:pt x="4364113" y="3339805"/>
                  <a:pt x="4358835" y="3339805"/>
                </a:cubicBezTo>
                <a:cubicBezTo>
                  <a:pt x="4247996" y="3339805"/>
                  <a:pt x="4158269" y="3250140"/>
                  <a:pt x="4158269" y="3139378"/>
                </a:cubicBezTo>
                <a:cubicBezTo>
                  <a:pt x="4158269" y="3023341"/>
                  <a:pt x="4063266" y="2933676"/>
                  <a:pt x="3952427" y="2933676"/>
                </a:cubicBezTo>
                <a:cubicBezTo>
                  <a:pt x="3841589" y="2933676"/>
                  <a:pt x="3746584" y="3023341"/>
                  <a:pt x="3746584" y="3139378"/>
                </a:cubicBezTo>
                <a:cubicBezTo>
                  <a:pt x="3746584" y="3139378"/>
                  <a:pt x="3746584" y="3139378"/>
                  <a:pt x="3746584" y="3687916"/>
                </a:cubicBezTo>
                <a:cubicBezTo>
                  <a:pt x="3746584" y="3798678"/>
                  <a:pt x="3656858" y="3888343"/>
                  <a:pt x="3546019" y="3888343"/>
                </a:cubicBezTo>
                <a:cubicBezTo>
                  <a:pt x="3429902" y="3888343"/>
                  <a:pt x="3340177" y="3798678"/>
                  <a:pt x="3340177" y="3687916"/>
                </a:cubicBezTo>
                <a:cubicBezTo>
                  <a:pt x="3340177" y="3687916"/>
                  <a:pt x="3340177" y="3687916"/>
                  <a:pt x="3340177" y="2000107"/>
                </a:cubicBezTo>
                <a:cubicBezTo>
                  <a:pt x="3340177" y="2000107"/>
                  <a:pt x="3340177" y="2000107"/>
                  <a:pt x="3340177" y="118300"/>
                </a:cubicBezTo>
                <a:close/>
                <a:moveTo>
                  <a:pt x="2834394" y="0"/>
                </a:moveTo>
                <a:lnTo>
                  <a:pt x="3246120" y="0"/>
                </a:lnTo>
                <a:lnTo>
                  <a:pt x="3246120" y="112341"/>
                </a:lnTo>
                <a:cubicBezTo>
                  <a:pt x="3246120" y="786419"/>
                  <a:pt x="3246120" y="786419"/>
                  <a:pt x="3246120" y="786419"/>
                </a:cubicBezTo>
                <a:cubicBezTo>
                  <a:pt x="3246120" y="897256"/>
                  <a:pt x="3151106" y="986980"/>
                  <a:pt x="3040257" y="986980"/>
                </a:cubicBezTo>
                <a:cubicBezTo>
                  <a:pt x="2929409" y="986980"/>
                  <a:pt x="2834394" y="897256"/>
                  <a:pt x="2834394" y="786419"/>
                </a:cubicBezTo>
                <a:cubicBezTo>
                  <a:pt x="2834394" y="275119"/>
                  <a:pt x="2834394" y="83381"/>
                  <a:pt x="2834394" y="11480"/>
                </a:cubicBezTo>
                <a:close/>
                <a:moveTo>
                  <a:pt x="0" y="0"/>
                </a:moveTo>
                <a:lnTo>
                  <a:pt x="2733238" y="0"/>
                </a:lnTo>
                <a:lnTo>
                  <a:pt x="2733238" y="27664"/>
                </a:lnTo>
                <a:cubicBezTo>
                  <a:pt x="2733238" y="283275"/>
                  <a:pt x="2733238" y="610456"/>
                  <a:pt x="2733238" y="1029248"/>
                </a:cubicBezTo>
                <a:cubicBezTo>
                  <a:pt x="2733238" y="1029248"/>
                  <a:pt x="2733238" y="1029248"/>
                  <a:pt x="2733238" y="2716943"/>
                </a:cubicBezTo>
                <a:cubicBezTo>
                  <a:pt x="2733238" y="2822423"/>
                  <a:pt x="2643546" y="2912081"/>
                  <a:pt x="2538026" y="2912081"/>
                </a:cubicBezTo>
                <a:cubicBezTo>
                  <a:pt x="2432507" y="2912081"/>
                  <a:pt x="2342815" y="2822423"/>
                  <a:pt x="2342815" y="2716943"/>
                </a:cubicBezTo>
                <a:cubicBezTo>
                  <a:pt x="2342815" y="2716943"/>
                  <a:pt x="2342815" y="2716943"/>
                  <a:pt x="2342815" y="2738039"/>
                </a:cubicBezTo>
                <a:cubicBezTo>
                  <a:pt x="2342815" y="2632558"/>
                  <a:pt x="2253123" y="2548172"/>
                  <a:pt x="2147602" y="2548172"/>
                </a:cubicBezTo>
                <a:cubicBezTo>
                  <a:pt x="2042083" y="2548172"/>
                  <a:pt x="1952390" y="2632558"/>
                  <a:pt x="1952390" y="2738039"/>
                </a:cubicBezTo>
                <a:cubicBezTo>
                  <a:pt x="1952390" y="2738039"/>
                  <a:pt x="1952390" y="2738039"/>
                  <a:pt x="1952390" y="2817149"/>
                </a:cubicBezTo>
                <a:cubicBezTo>
                  <a:pt x="1952390" y="2927904"/>
                  <a:pt x="1867975" y="3012288"/>
                  <a:pt x="1757179" y="3012288"/>
                </a:cubicBezTo>
                <a:cubicBezTo>
                  <a:pt x="1651658" y="3012288"/>
                  <a:pt x="1561966" y="2927904"/>
                  <a:pt x="1561966" y="2817149"/>
                </a:cubicBezTo>
                <a:cubicBezTo>
                  <a:pt x="1561966" y="2817149"/>
                  <a:pt x="1561966" y="2817149"/>
                  <a:pt x="1561966" y="2864615"/>
                </a:cubicBezTo>
                <a:cubicBezTo>
                  <a:pt x="1561966" y="2753861"/>
                  <a:pt x="1477550" y="2669475"/>
                  <a:pt x="1366754" y="2669475"/>
                </a:cubicBezTo>
                <a:cubicBezTo>
                  <a:pt x="1261235" y="2669475"/>
                  <a:pt x="1171543" y="2753861"/>
                  <a:pt x="1171543" y="2864615"/>
                </a:cubicBezTo>
                <a:cubicBezTo>
                  <a:pt x="1171543" y="2864615"/>
                  <a:pt x="1171543" y="2864615"/>
                  <a:pt x="1171543" y="3982713"/>
                </a:cubicBezTo>
                <a:cubicBezTo>
                  <a:pt x="1171543" y="4088194"/>
                  <a:pt x="1087126" y="4177852"/>
                  <a:pt x="976330" y="4177852"/>
                </a:cubicBezTo>
                <a:cubicBezTo>
                  <a:pt x="870810" y="4177852"/>
                  <a:pt x="781118" y="4088194"/>
                  <a:pt x="781118" y="3982713"/>
                </a:cubicBezTo>
                <a:cubicBezTo>
                  <a:pt x="781118" y="3982713"/>
                  <a:pt x="781118" y="3982713"/>
                  <a:pt x="781118" y="2616736"/>
                </a:cubicBezTo>
                <a:cubicBezTo>
                  <a:pt x="781118" y="2511255"/>
                  <a:pt x="696703" y="2421596"/>
                  <a:pt x="591182" y="2421596"/>
                </a:cubicBezTo>
                <a:cubicBezTo>
                  <a:pt x="480386" y="2421596"/>
                  <a:pt x="395971" y="2511255"/>
                  <a:pt x="395971" y="2616736"/>
                </a:cubicBezTo>
                <a:cubicBezTo>
                  <a:pt x="395971" y="2616736"/>
                  <a:pt x="395971" y="2616736"/>
                  <a:pt x="395971" y="3202155"/>
                </a:cubicBezTo>
                <a:cubicBezTo>
                  <a:pt x="395971" y="3312909"/>
                  <a:pt x="306279" y="3397293"/>
                  <a:pt x="200759" y="3397293"/>
                </a:cubicBezTo>
                <a:cubicBezTo>
                  <a:pt x="89963" y="3397293"/>
                  <a:pt x="5546" y="3312909"/>
                  <a:pt x="5546" y="3202155"/>
                </a:cubicBezTo>
                <a:cubicBezTo>
                  <a:pt x="5546" y="3202155"/>
                  <a:pt x="5546" y="3202155"/>
                  <a:pt x="5546" y="2548172"/>
                </a:cubicBezTo>
                <a:lnTo>
                  <a:pt x="0" y="25208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F14F5E-2869-46B5-94E4-7D11D11038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1791" y="5846782"/>
            <a:ext cx="2290007" cy="543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C9339D-7D9D-49B2-B467-8A20983B822A}"/>
              </a:ext>
            </a:extLst>
          </p:cNvPr>
          <p:cNvSpPr txBox="1"/>
          <p:nvPr userDrawn="1"/>
        </p:nvSpPr>
        <p:spPr>
          <a:xfrm>
            <a:off x="3454235" y="4267610"/>
            <a:ext cx="5283530" cy="1011075"/>
          </a:xfrm>
          <a:custGeom>
            <a:avLst/>
            <a:gdLst/>
            <a:ahLst/>
            <a:cxnLst/>
            <a:rect l="l" t="t" r="r" b="b"/>
            <a:pathLst>
              <a:path w="2197855" h="420590">
                <a:moveTo>
                  <a:pt x="609821" y="218049"/>
                </a:moveTo>
                <a:cubicBezTo>
                  <a:pt x="599350" y="217899"/>
                  <a:pt x="588116" y="218656"/>
                  <a:pt x="576119" y="220320"/>
                </a:cubicBezTo>
                <a:cubicBezTo>
                  <a:pt x="564123" y="221984"/>
                  <a:pt x="553804" y="225452"/>
                  <a:pt x="545162" y="230726"/>
                </a:cubicBezTo>
                <a:cubicBezTo>
                  <a:pt x="536521" y="236000"/>
                  <a:pt x="531996" y="243976"/>
                  <a:pt x="531590" y="254656"/>
                </a:cubicBezTo>
                <a:cubicBezTo>
                  <a:pt x="531571" y="262721"/>
                  <a:pt x="534468" y="269700"/>
                  <a:pt x="540282" y="275591"/>
                </a:cubicBezTo>
                <a:cubicBezTo>
                  <a:pt x="546096" y="281483"/>
                  <a:pt x="554941" y="284571"/>
                  <a:pt x="566817" y="284857"/>
                </a:cubicBezTo>
                <a:cubicBezTo>
                  <a:pt x="577266" y="284626"/>
                  <a:pt x="586461" y="281428"/>
                  <a:pt x="594402" y="275265"/>
                </a:cubicBezTo>
                <a:cubicBezTo>
                  <a:pt x="602343" y="269102"/>
                  <a:pt x="608556" y="261362"/>
                  <a:pt x="613041" y="252046"/>
                </a:cubicBezTo>
                <a:cubicBezTo>
                  <a:pt x="617526" y="242731"/>
                  <a:pt x="619808" y="233229"/>
                  <a:pt x="619887" y="223540"/>
                </a:cubicBezTo>
                <a:lnTo>
                  <a:pt x="619887" y="218049"/>
                </a:lnTo>
                <a:close/>
                <a:moveTo>
                  <a:pt x="1771773" y="135296"/>
                </a:moveTo>
                <a:cubicBezTo>
                  <a:pt x="1752487" y="135639"/>
                  <a:pt x="1736288" y="142385"/>
                  <a:pt x="1723176" y="155535"/>
                </a:cubicBezTo>
                <a:cubicBezTo>
                  <a:pt x="1710064" y="168684"/>
                  <a:pt x="1703241" y="186179"/>
                  <a:pt x="1702708" y="208019"/>
                </a:cubicBezTo>
                <a:cubicBezTo>
                  <a:pt x="1703241" y="230059"/>
                  <a:pt x="1710064" y="247611"/>
                  <a:pt x="1723176" y="260675"/>
                </a:cubicBezTo>
                <a:cubicBezTo>
                  <a:pt x="1736288" y="273739"/>
                  <a:pt x="1752487" y="280428"/>
                  <a:pt x="1771773" y="280743"/>
                </a:cubicBezTo>
                <a:cubicBezTo>
                  <a:pt x="1791279" y="280428"/>
                  <a:pt x="1807612" y="273739"/>
                  <a:pt x="1820771" y="260675"/>
                </a:cubicBezTo>
                <a:cubicBezTo>
                  <a:pt x="1833930" y="247611"/>
                  <a:pt x="1840772" y="230059"/>
                  <a:pt x="1841296" y="208019"/>
                </a:cubicBezTo>
                <a:cubicBezTo>
                  <a:pt x="1840772" y="186179"/>
                  <a:pt x="1833930" y="168684"/>
                  <a:pt x="1820771" y="155535"/>
                </a:cubicBezTo>
                <a:cubicBezTo>
                  <a:pt x="1807612" y="142385"/>
                  <a:pt x="1791279" y="135639"/>
                  <a:pt x="1771773" y="135296"/>
                </a:cubicBezTo>
                <a:close/>
                <a:moveTo>
                  <a:pt x="1924050" y="91462"/>
                </a:moveTo>
                <a:lnTo>
                  <a:pt x="1979344" y="91462"/>
                </a:lnTo>
                <a:cubicBezTo>
                  <a:pt x="1990011" y="91424"/>
                  <a:pt x="1997794" y="93897"/>
                  <a:pt x="2002695" y="98883"/>
                </a:cubicBezTo>
                <a:cubicBezTo>
                  <a:pt x="2007596" y="103868"/>
                  <a:pt x="2010012" y="111593"/>
                  <a:pt x="2009946" y="122059"/>
                </a:cubicBezTo>
                <a:lnTo>
                  <a:pt x="2009946" y="229517"/>
                </a:lnTo>
                <a:cubicBezTo>
                  <a:pt x="2009650" y="243905"/>
                  <a:pt x="2012071" y="255378"/>
                  <a:pt x="2017208" y="263935"/>
                </a:cubicBezTo>
                <a:cubicBezTo>
                  <a:pt x="2022345" y="272492"/>
                  <a:pt x="2031970" y="276875"/>
                  <a:pt x="2046085" y="277085"/>
                </a:cubicBezTo>
                <a:cubicBezTo>
                  <a:pt x="2067224" y="276408"/>
                  <a:pt x="2083387" y="268499"/>
                  <a:pt x="2094576" y="253358"/>
                </a:cubicBezTo>
                <a:cubicBezTo>
                  <a:pt x="2105764" y="238216"/>
                  <a:pt x="2111406" y="219902"/>
                  <a:pt x="2111502" y="198414"/>
                </a:cubicBezTo>
                <a:lnTo>
                  <a:pt x="2111502" y="91462"/>
                </a:lnTo>
                <a:lnTo>
                  <a:pt x="2169509" y="91462"/>
                </a:lnTo>
                <a:lnTo>
                  <a:pt x="2169509" y="265651"/>
                </a:lnTo>
                <a:cubicBezTo>
                  <a:pt x="2169528" y="268871"/>
                  <a:pt x="2170404" y="271349"/>
                  <a:pt x="2172138" y="273083"/>
                </a:cubicBezTo>
                <a:cubicBezTo>
                  <a:pt x="2173871" y="274818"/>
                  <a:pt x="2176348" y="275694"/>
                  <a:pt x="2179567" y="275713"/>
                </a:cubicBezTo>
                <a:lnTo>
                  <a:pt x="2197855" y="275713"/>
                </a:lnTo>
                <a:lnTo>
                  <a:pt x="2197855" y="324577"/>
                </a:lnTo>
                <a:lnTo>
                  <a:pt x="2144387" y="324577"/>
                </a:lnTo>
                <a:cubicBezTo>
                  <a:pt x="2134320" y="324519"/>
                  <a:pt x="2126707" y="322236"/>
                  <a:pt x="2121550" y="317727"/>
                </a:cubicBezTo>
                <a:cubicBezTo>
                  <a:pt x="2116392" y="313217"/>
                  <a:pt x="2113804" y="306824"/>
                  <a:pt x="2113785" y="298547"/>
                </a:cubicBezTo>
                <a:lnTo>
                  <a:pt x="2113785" y="292154"/>
                </a:lnTo>
                <a:cubicBezTo>
                  <a:pt x="2113804" y="289318"/>
                  <a:pt x="2113880" y="286883"/>
                  <a:pt x="2114014" y="284847"/>
                </a:cubicBezTo>
                <a:cubicBezTo>
                  <a:pt x="2114147" y="282811"/>
                  <a:pt x="2114223" y="281746"/>
                  <a:pt x="2114242" y="281652"/>
                </a:cubicBezTo>
                <a:lnTo>
                  <a:pt x="2113328" y="281652"/>
                </a:lnTo>
                <a:cubicBezTo>
                  <a:pt x="2107688" y="294259"/>
                  <a:pt x="2097930" y="305353"/>
                  <a:pt x="2084054" y="314935"/>
                </a:cubicBezTo>
                <a:cubicBezTo>
                  <a:pt x="2070178" y="324516"/>
                  <a:pt x="2053100" y="329559"/>
                  <a:pt x="2032819" y="330063"/>
                </a:cubicBezTo>
                <a:cubicBezTo>
                  <a:pt x="2007671" y="330340"/>
                  <a:pt x="1988040" y="323506"/>
                  <a:pt x="1973924" y="309562"/>
                </a:cubicBezTo>
                <a:cubicBezTo>
                  <a:pt x="1959809" y="295617"/>
                  <a:pt x="1952633" y="272899"/>
                  <a:pt x="1952396" y="241409"/>
                </a:cubicBezTo>
                <a:lnTo>
                  <a:pt x="1952396" y="150846"/>
                </a:lnTo>
                <a:cubicBezTo>
                  <a:pt x="1952377" y="147425"/>
                  <a:pt x="1951500" y="144890"/>
                  <a:pt x="1949767" y="143241"/>
                </a:cubicBezTo>
                <a:cubicBezTo>
                  <a:pt x="1948033" y="141592"/>
                  <a:pt x="1945557" y="140773"/>
                  <a:pt x="1942338" y="140782"/>
                </a:cubicBezTo>
                <a:lnTo>
                  <a:pt x="1924050" y="140782"/>
                </a:lnTo>
                <a:close/>
                <a:moveTo>
                  <a:pt x="1377923" y="91462"/>
                </a:moveTo>
                <a:lnTo>
                  <a:pt x="1416319" y="91462"/>
                </a:lnTo>
                <a:cubicBezTo>
                  <a:pt x="1424423" y="91376"/>
                  <a:pt x="1430841" y="93032"/>
                  <a:pt x="1435574" y="96428"/>
                </a:cubicBezTo>
                <a:cubicBezTo>
                  <a:pt x="1440307" y="99825"/>
                  <a:pt x="1444097" y="105476"/>
                  <a:pt x="1446944" y="113382"/>
                </a:cubicBezTo>
                <a:lnTo>
                  <a:pt x="1492654" y="229959"/>
                </a:lnTo>
                <a:cubicBezTo>
                  <a:pt x="1494997" y="236456"/>
                  <a:pt x="1496939" y="243125"/>
                  <a:pt x="1498482" y="249966"/>
                </a:cubicBezTo>
                <a:cubicBezTo>
                  <a:pt x="1500025" y="256807"/>
                  <a:pt x="1500825" y="260503"/>
                  <a:pt x="1500882" y="261056"/>
                </a:cubicBezTo>
                <a:lnTo>
                  <a:pt x="1501796" y="261056"/>
                </a:lnTo>
                <a:cubicBezTo>
                  <a:pt x="1501863" y="260503"/>
                  <a:pt x="1502643" y="256807"/>
                  <a:pt x="1504139" y="249966"/>
                </a:cubicBezTo>
                <a:cubicBezTo>
                  <a:pt x="1505634" y="243125"/>
                  <a:pt x="1507443" y="236456"/>
                  <a:pt x="1509567" y="229959"/>
                </a:cubicBezTo>
                <a:lnTo>
                  <a:pt x="1549334" y="113382"/>
                </a:lnTo>
                <a:cubicBezTo>
                  <a:pt x="1552029" y="105476"/>
                  <a:pt x="1555895" y="99825"/>
                  <a:pt x="1560933" y="96428"/>
                </a:cubicBezTo>
                <a:cubicBezTo>
                  <a:pt x="1565970" y="93032"/>
                  <a:pt x="1572465" y="91376"/>
                  <a:pt x="1580416" y="91462"/>
                </a:cubicBezTo>
                <a:lnTo>
                  <a:pt x="1619726" y="91462"/>
                </a:lnTo>
                <a:lnTo>
                  <a:pt x="1619726" y="140782"/>
                </a:lnTo>
                <a:lnTo>
                  <a:pt x="1612870" y="140782"/>
                </a:lnTo>
                <a:cubicBezTo>
                  <a:pt x="1609490" y="140696"/>
                  <a:pt x="1606766" y="141211"/>
                  <a:pt x="1604700" y="142326"/>
                </a:cubicBezTo>
                <a:cubicBezTo>
                  <a:pt x="1602633" y="143441"/>
                  <a:pt x="1600938" y="145670"/>
                  <a:pt x="1599614" y="149015"/>
                </a:cubicBezTo>
                <a:lnTo>
                  <a:pt x="1515966" y="359835"/>
                </a:lnTo>
                <a:cubicBezTo>
                  <a:pt x="1507433" y="380755"/>
                  <a:pt x="1495701" y="396134"/>
                  <a:pt x="1480769" y="405973"/>
                </a:cubicBezTo>
                <a:cubicBezTo>
                  <a:pt x="1465838" y="415812"/>
                  <a:pt x="1449535" y="420684"/>
                  <a:pt x="1431860" y="420589"/>
                </a:cubicBezTo>
                <a:cubicBezTo>
                  <a:pt x="1419620" y="420295"/>
                  <a:pt x="1409107" y="418243"/>
                  <a:pt x="1400321" y="414432"/>
                </a:cubicBezTo>
                <a:cubicBezTo>
                  <a:pt x="1391534" y="410621"/>
                  <a:pt x="1384780" y="406810"/>
                  <a:pt x="1380056" y="402999"/>
                </a:cubicBezTo>
                <a:cubicBezTo>
                  <a:pt x="1375333" y="399187"/>
                  <a:pt x="1372946" y="397135"/>
                  <a:pt x="1372895" y="396842"/>
                </a:cubicBezTo>
                <a:lnTo>
                  <a:pt x="1395293" y="355719"/>
                </a:lnTo>
                <a:cubicBezTo>
                  <a:pt x="1395483" y="356386"/>
                  <a:pt x="1398645" y="359054"/>
                  <a:pt x="1404777" y="363722"/>
                </a:cubicBezTo>
                <a:cubicBezTo>
                  <a:pt x="1410910" y="368391"/>
                  <a:pt x="1418871" y="371058"/>
                  <a:pt x="1428661" y="371725"/>
                </a:cubicBezTo>
                <a:cubicBezTo>
                  <a:pt x="1436745" y="371744"/>
                  <a:pt x="1444116" y="369305"/>
                  <a:pt x="1450773" y="364408"/>
                </a:cubicBezTo>
                <a:cubicBezTo>
                  <a:pt x="1457429" y="359511"/>
                  <a:pt x="1462857" y="352042"/>
                  <a:pt x="1467057" y="342000"/>
                </a:cubicBezTo>
                <a:lnTo>
                  <a:pt x="1474827" y="324165"/>
                </a:lnTo>
                <a:lnTo>
                  <a:pt x="1397121" y="149015"/>
                </a:lnTo>
                <a:cubicBezTo>
                  <a:pt x="1395807" y="145670"/>
                  <a:pt x="1394207" y="143441"/>
                  <a:pt x="1392322" y="142326"/>
                </a:cubicBezTo>
                <a:cubicBezTo>
                  <a:pt x="1390436" y="141211"/>
                  <a:pt x="1387922" y="140696"/>
                  <a:pt x="1384780" y="140782"/>
                </a:cubicBezTo>
                <a:lnTo>
                  <a:pt x="1377923" y="140782"/>
                </a:lnTo>
                <a:close/>
                <a:moveTo>
                  <a:pt x="1771773" y="85975"/>
                </a:moveTo>
                <a:cubicBezTo>
                  <a:pt x="1795816" y="86161"/>
                  <a:pt x="1817446" y="91422"/>
                  <a:pt x="1836667" y="101760"/>
                </a:cubicBezTo>
                <a:cubicBezTo>
                  <a:pt x="1855886" y="112098"/>
                  <a:pt x="1871142" y="126400"/>
                  <a:pt x="1882435" y="144666"/>
                </a:cubicBezTo>
                <a:cubicBezTo>
                  <a:pt x="1893727" y="162932"/>
                  <a:pt x="1899502" y="184050"/>
                  <a:pt x="1899761" y="208019"/>
                </a:cubicBezTo>
                <a:cubicBezTo>
                  <a:pt x="1899502" y="232132"/>
                  <a:pt x="1893727" y="253317"/>
                  <a:pt x="1882435" y="271575"/>
                </a:cubicBezTo>
                <a:cubicBezTo>
                  <a:pt x="1871142" y="289833"/>
                  <a:pt x="1855886" y="304101"/>
                  <a:pt x="1836667" y="314379"/>
                </a:cubicBezTo>
                <a:cubicBezTo>
                  <a:pt x="1817446" y="324658"/>
                  <a:pt x="1795816" y="329886"/>
                  <a:pt x="1771773" y="330063"/>
                </a:cubicBezTo>
                <a:cubicBezTo>
                  <a:pt x="1747881" y="329886"/>
                  <a:pt x="1726357" y="324658"/>
                  <a:pt x="1707202" y="314379"/>
                </a:cubicBezTo>
                <a:cubicBezTo>
                  <a:pt x="1688047" y="304101"/>
                  <a:pt x="1672831" y="289833"/>
                  <a:pt x="1661553" y="271575"/>
                </a:cubicBezTo>
                <a:cubicBezTo>
                  <a:pt x="1650275" y="253317"/>
                  <a:pt x="1644505" y="232132"/>
                  <a:pt x="1644243" y="208019"/>
                </a:cubicBezTo>
                <a:cubicBezTo>
                  <a:pt x="1644505" y="184050"/>
                  <a:pt x="1650275" y="162932"/>
                  <a:pt x="1661553" y="144666"/>
                </a:cubicBezTo>
                <a:cubicBezTo>
                  <a:pt x="1672831" y="126400"/>
                  <a:pt x="1688047" y="112098"/>
                  <a:pt x="1707202" y="101760"/>
                </a:cubicBezTo>
                <a:cubicBezTo>
                  <a:pt x="1726357" y="91422"/>
                  <a:pt x="1747881" y="86161"/>
                  <a:pt x="1771773" y="85975"/>
                </a:cubicBezTo>
                <a:close/>
                <a:moveTo>
                  <a:pt x="891222" y="85975"/>
                </a:moveTo>
                <a:cubicBezTo>
                  <a:pt x="917207" y="85812"/>
                  <a:pt x="937219" y="92875"/>
                  <a:pt x="951259" y="107162"/>
                </a:cubicBezTo>
                <a:cubicBezTo>
                  <a:pt x="965298" y="121449"/>
                  <a:pt x="972398" y="143939"/>
                  <a:pt x="972559" y="174630"/>
                </a:cubicBezTo>
                <a:lnTo>
                  <a:pt x="972559" y="265651"/>
                </a:lnTo>
                <a:cubicBezTo>
                  <a:pt x="972578" y="268872"/>
                  <a:pt x="973455" y="271349"/>
                  <a:pt x="975188" y="273083"/>
                </a:cubicBezTo>
                <a:cubicBezTo>
                  <a:pt x="976922" y="274818"/>
                  <a:pt x="979398" y="275694"/>
                  <a:pt x="982618" y="275713"/>
                </a:cubicBezTo>
                <a:lnTo>
                  <a:pt x="1000906" y="275713"/>
                </a:lnTo>
                <a:lnTo>
                  <a:pt x="1000906" y="324577"/>
                </a:lnTo>
                <a:lnTo>
                  <a:pt x="945611" y="324577"/>
                </a:lnTo>
                <a:cubicBezTo>
                  <a:pt x="934725" y="324653"/>
                  <a:pt x="926808" y="322217"/>
                  <a:pt x="921860" y="317270"/>
                </a:cubicBezTo>
                <a:cubicBezTo>
                  <a:pt x="916912" y="312323"/>
                  <a:pt x="914476" y="304407"/>
                  <a:pt x="914552" y="293523"/>
                </a:cubicBezTo>
                <a:lnTo>
                  <a:pt x="914552" y="186523"/>
                </a:lnTo>
                <a:cubicBezTo>
                  <a:pt x="914857" y="172134"/>
                  <a:pt x="912417" y="160661"/>
                  <a:pt x="907233" y="152104"/>
                </a:cubicBezTo>
                <a:cubicBezTo>
                  <a:pt x="902048" y="143546"/>
                  <a:pt x="892289" y="139163"/>
                  <a:pt x="877956" y="138953"/>
                </a:cubicBezTo>
                <a:cubicBezTo>
                  <a:pt x="862250" y="139192"/>
                  <a:pt x="848946" y="143632"/>
                  <a:pt x="838043" y="152275"/>
                </a:cubicBezTo>
                <a:cubicBezTo>
                  <a:pt x="827141" y="160918"/>
                  <a:pt x="819554" y="172333"/>
                  <a:pt x="815285" y="186521"/>
                </a:cubicBezTo>
                <a:cubicBezTo>
                  <a:pt x="813693" y="191333"/>
                  <a:pt x="812531" y="196346"/>
                  <a:pt x="811797" y="201558"/>
                </a:cubicBezTo>
                <a:cubicBezTo>
                  <a:pt x="811063" y="206771"/>
                  <a:pt x="810701" y="212126"/>
                  <a:pt x="810710" y="217624"/>
                </a:cubicBezTo>
                <a:lnTo>
                  <a:pt x="810710" y="324577"/>
                </a:lnTo>
                <a:lnTo>
                  <a:pt x="753160" y="324577"/>
                </a:lnTo>
                <a:lnTo>
                  <a:pt x="753160" y="150844"/>
                </a:lnTo>
                <a:cubicBezTo>
                  <a:pt x="753141" y="147423"/>
                  <a:pt x="752265" y="144889"/>
                  <a:pt x="750532" y="143240"/>
                </a:cubicBezTo>
                <a:cubicBezTo>
                  <a:pt x="748798" y="141592"/>
                  <a:pt x="746321" y="140773"/>
                  <a:pt x="743102" y="140782"/>
                </a:cubicBezTo>
                <a:lnTo>
                  <a:pt x="724814" y="140782"/>
                </a:lnTo>
                <a:lnTo>
                  <a:pt x="724814" y="91462"/>
                </a:lnTo>
                <a:lnTo>
                  <a:pt x="778282" y="91462"/>
                </a:lnTo>
                <a:cubicBezTo>
                  <a:pt x="788549" y="91519"/>
                  <a:pt x="796218" y="93802"/>
                  <a:pt x="801290" y="98312"/>
                </a:cubicBezTo>
                <a:cubicBezTo>
                  <a:pt x="806362" y="102821"/>
                  <a:pt x="808893" y="109215"/>
                  <a:pt x="808883" y="117492"/>
                </a:cubicBezTo>
                <a:lnTo>
                  <a:pt x="808883" y="124342"/>
                </a:lnTo>
                <a:cubicBezTo>
                  <a:pt x="808845" y="126958"/>
                  <a:pt x="808693" y="129261"/>
                  <a:pt x="808427" y="131249"/>
                </a:cubicBezTo>
                <a:cubicBezTo>
                  <a:pt x="808160" y="133237"/>
                  <a:pt x="808008" y="134283"/>
                  <a:pt x="807970" y="134386"/>
                </a:cubicBezTo>
                <a:lnTo>
                  <a:pt x="808883" y="134386"/>
                </a:lnTo>
                <a:cubicBezTo>
                  <a:pt x="812195" y="127606"/>
                  <a:pt x="817311" y="120513"/>
                  <a:pt x="824231" y="113107"/>
                </a:cubicBezTo>
                <a:cubicBezTo>
                  <a:pt x="831152" y="105701"/>
                  <a:pt x="840132" y="99386"/>
                  <a:pt x="851170" y="94162"/>
                </a:cubicBezTo>
                <a:cubicBezTo>
                  <a:pt x="862208" y="88938"/>
                  <a:pt x="875558" y="86209"/>
                  <a:pt x="891222" y="85975"/>
                </a:cubicBezTo>
                <a:close/>
                <a:moveTo>
                  <a:pt x="576420" y="85975"/>
                </a:moveTo>
                <a:cubicBezTo>
                  <a:pt x="614613" y="86582"/>
                  <a:pt x="641088" y="95529"/>
                  <a:pt x="655845" y="112816"/>
                </a:cubicBezTo>
                <a:cubicBezTo>
                  <a:pt x="670602" y="130104"/>
                  <a:pt x="677647" y="152094"/>
                  <a:pt x="676979" y="178786"/>
                </a:cubicBezTo>
                <a:lnTo>
                  <a:pt x="676979" y="265645"/>
                </a:lnTo>
                <a:cubicBezTo>
                  <a:pt x="676998" y="268868"/>
                  <a:pt x="677875" y="271347"/>
                  <a:pt x="679608" y="273082"/>
                </a:cubicBezTo>
                <a:cubicBezTo>
                  <a:pt x="681342" y="274817"/>
                  <a:pt x="683818" y="275694"/>
                  <a:pt x="687038" y="275713"/>
                </a:cubicBezTo>
                <a:lnTo>
                  <a:pt x="705326" y="275713"/>
                </a:lnTo>
                <a:lnTo>
                  <a:pt x="705326" y="324577"/>
                </a:lnTo>
                <a:lnTo>
                  <a:pt x="653229" y="324577"/>
                </a:lnTo>
                <a:cubicBezTo>
                  <a:pt x="642600" y="324367"/>
                  <a:pt x="634969" y="321818"/>
                  <a:pt x="630335" y="316927"/>
                </a:cubicBezTo>
                <a:cubicBezTo>
                  <a:pt x="625700" y="312037"/>
                  <a:pt x="623436" y="306063"/>
                  <a:pt x="623541" y="299003"/>
                </a:cubicBezTo>
                <a:cubicBezTo>
                  <a:pt x="623560" y="295987"/>
                  <a:pt x="623636" y="293571"/>
                  <a:pt x="623769" y="291755"/>
                </a:cubicBezTo>
                <a:cubicBezTo>
                  <a:pt x="623902" y="289939"/>
                  <a:pt x="623978" y="289010"/>
                  <a:pt x="623997" y="288967"/>
                </a:cubicBezTo>
                <a:lnTo>
                  <a:pt x="623084" y="288967"/>
                </a:lnTo>
                <a:cubicBezTo>
                  <a:pt x="623188" y="289474"/>
                  <a:pt x="620997" y="293026"/>
                  <a:pt x="616511" y="299622"/>
                </a:cubicBezTo>
                <a:cubicBezTo>
                  <a:pt x="612024" y="306217"/>
                  <a:pt x="604614" y="312813"/>
                  <a:pt x="594282" y="319408"/>
                </a:cubicBezTo>
                <a:cubicBezTo>
                  <a:pt x="583950" y="326004"/>
                  <a:pt x="570067" y="329556"/>
                  <a:pt x="552635" y="330063"/>
                </a:cubicBezTo>
                <a:cubicBezTo>
                  <a:pt x="531122" y="329950"/>
                  <a:pt x="512671" y="323669"/>
                  <a:pt x="497281" y="311221"/>
                </a:cubicBezTo>
                <a:cubicBezTo>
                  <a:pt x="481890" y="298772"/>
                  <a:pt x="473838" y="280834"/>
                  <a:pt x="473125" y="257407"/>
                </a:cubicBezTo>
                <a:cubicBezTo>
                  <a:pt x="473550" y="239281"/>
                  <a:pt x="478985" y="224877"/>
                  <a:pt x="489430" y="214194"/>
                </a:cubicBezTo>
                <a:cubicBezTo>
                  <a:pt x="499875" y="203512"/>
                  <a:pt x="512781" y="195594"/>
                  <a:pt x="528149" y="190440"/>
                </a:cubicBezTo>
                <a:cubicBezTo>
                  <a:pt x="543516" y="185286"/>
                  <a:pt x="558795" y="181940"/>
                  <a:pt x="573987" y="180400"/>
                </a:cubicBezTo>
                <a:cubicBezTo>
                  <a:pt x="589178" y="178860"/>
                  <a:pt x="601733" y="178170"/>
                  <a:pt x="611651" y="178330"/>
                </a:cubicBezTo>
                <a:lnTo>
                  <a:pt x="618972" y="178330"/>
                </a:lnTo>
                <a:lnTo>
                  <a:pt x="618972" y="176499"/>
                </a:lnTo>
                <a:cubicBezTo>
                  <a:pt x="619038" y="159972"/>
                  <a:pt x="615588" y="148166"/>
                  <a:pt x="608619" y="141080"/>
                </a:cubicBezTo>
                <a:cubicBezTo>
                  <a:pt x="601651" y="133995"/>
                  <a:pt x="590766" y="130543"/>
                  <a:pt x="575962" y="130724"/>
                </a:cubicBezTo>
                <a:cubicBezTo>
                  <a:pt x="570062" y="130571"/>
                  <a:pt x="563561" y="131563"/>
                  <a:pt x="556459" y="133699"/>
                </a:cubicBezTo>
                <a:cubicBezTo>
                  <a:pt x="549357" y="135835"/>
                  <a:pt x="545487" y="140031"/>
                  <a:pt x="544849" y="146287"/>
                </a:cubicBezTo>
                <a:lnTo>
                  <a:pt x="544849" y="158646"/>
                </a:lnTo>
                <a:lnTo>
                  <a:pt x="490956" y="158646"/>
                </a:lnTo>
                <a:lnTo>
                  <a:pt x="490956" y="133928"/>
                </a:lnTo>
                <a:cubicBezTo>
                  <a:pt x="491562" y="119677"/>
                  <a:pt x="497152" y="109106"/>
                  <a:pt x="507724" y="102213"/>
                </a:cubicBezTo>
                <a:cubicBezTo>
                  <a:pt x="518297" y="95320"/>
                  <a:pt x="530217" y="90838"/>
                  <a:pt x="543485" y="88766"/>
                </a:cubicBezTo>
                <a:cubicBezTo>
                  <a:pt x="556752" y="86694"/>
                  <a:pt x="567730" y="85764"/>
                  <a:pt x="576420" y="85975"/>
                </a:cubicBezTo>
                <a:close/>
                <a:moveTo>
                  <a:pt x="31545" y="27911"/>
                </a:moveTo>
                <a:lnTo>
                  <a:pt x="88182" y="27911"/>
                </a:lnTo>
                <a:lnTo>
                  <a:pt x="88182" y="91462"/>
                </a:lnTo>
                <a:lnTo>
                  <a:pt x="141217" y="91462"/>
                </a:lnTo>
                <a:lnTo>
                  <a:pt x="141217" y="137582"/>
                </a:lnTo>
                <a:lnTo>
                  <a:pt x="88182" y="137582"/>
                </a:lnTo>
                <a:lnTo>
                  <a:pt x="88182" y="231804"/>
                </a:lnTo>
                <a:cubicBezTo>
                  <a:pt x="88456" y="244441"/>
                  <a:pt x="91261" y="253928"/>
                  <a:pt x="96598" y="260264"/>
                </a:cubicBezTo>
                <a:cubicBezTo>
                  <a:pt x="101935" y="266599"/>
                  <a:pt x="108161" y="270801"/>
                  <a:pt x="115275" y="272867"/>
                </a:cubicBezTo>
                <a:cubicBezTo>
                  <a:pt x="122390" y="274934"/>
                  <a:pt x="128752" y="275883"/>
                  <a:pt x="134359" y="275713"/>
                </a:cubicBezTo>
                <a:cubicBezTo>
                  <a:pt x="137598" y="275675"/>
                  <a:pt x="140151" y="275523"/>
                  <a:pt x="142017" y="275256"/>
                </a:cubicBezTo>
                <a:cubicBezTo>
                  <a:pt x="143884" y="274989"/>
                  <a:pt x="144837" y="274837"/>
                  <a:pt x="144875" y="274799"/>
                </a:cubicBezTo>
                <a:lnTo>
                  <a:pt x="144875" y="325493"/>
                </a:lnTo>
                <a:cubicBezTo>
                  <a:pt x="144789" y="325550"/>
                  <a:pt x="143132" y="325778"/>
                  <a:pt x="139903" y="326178"/>
                </a:cubicBezTo>
                <a:cubicBezTo>
                  <a:pt x="136674" y="326577"/>
                  <a:pt x="132388" y="326805"/>
                  <a:pt x="127044" y="326863"/>
                </a:cubicBezTo>
                <a:cubicBezTo>
                  <a:pt x="115629" y="327227"/>
                  <a:pt x="102448" y="325433"/>
                  <a:pt x="87503" y="321480"/>
                </a:cubicBezTo>
                <a:cubicBezTo>
                  <a:pt x="72557" y="317528"/>
                  <a:pt x="59414" y="309231"/>
                  <a:pt x="48075" y="296591"/>
                </a:cubicBezTo>
                <a:cubicBezTo>
                  <a:pt x="36737" y="283950"/>
                  <a:pt x="30770" y="264780"/>
                  <a:pt x="30175" y="239080"/>
                </a:cubicBezTo>
                <a:lnTo>
                  <a:pt x="30175" y="137582"/>
                </a:lnTo>
                <a:lnTo>
                  <a:pt x="0" y="137582"/>
                </a:lnTo>
                <a:lnTo>
                  <a:pt x="0" y="91462"/>
                </a:lnTo>
                <a:lnTo>
                  <a:pt x="31545" y="91462"/>
                </a:lnTo>
                <a:close/>
                <a:moveTo>
                  <a:pt x="1018260" y="22"/>
                </a:moveTo>
                <a:lnTo>
                  <a:pt x="1073555" y="22"/>
                </a:lnTo>
                <a:cubicBezTo>
                  <a:pt x="1084240" y="-216"/>
                  <a:pt x="1092100" y="1515"/>
                  <a:pt x="1097134" y="5216"/>
                </a:cubicBezTo>
                <a:cubicBezTo>
                  <a:pt x="1102168" y="8917"/>
                  <a:pt x="1104661" y="16015"/>
                  <a:pt x="1104614" y="26509"/>
                </a:cubicBezTo>
                <a:lnTo>
                  <a:pt x="1104614" y="173758"/>
                </a:lnTo>
                <a:lnTo>
                  <a:pt x="1121987" y="173758"/>
                </a:lnTo>
                <a:cubicBezTo>
                  <a:pt x="1125788" y="173853"/>
                  <a:pt x="1129731" y="173320"/>
                  <a:pt x="1133818" y="172158"/>
                </a:cubicBezTo>
                <a:cubicBezTo>
                  <a:pt x="1137904" y="170995"/>
                  <a:pt x="1141276" y="168633"/>
                  <a:pt x="1143933" y="165071"/>
                </a:cubicBezTo>
                <a:lnTo>
                  <a:pt x="1191482" y="91462"/>
                </a:lnTo>
                <a:lnTo>
                  <a:pt x="1255947" y="91462"/>
                </a:lnTo>
                <a:lnTo>
                  <a:pt x="1196968" y="179238"/>
                </a:lnTo>
                <a:cubicBezTo>
                  <a:pt x="1191844" y="186392"/>
                  <a:pt x="1187691" y="191263"/>
                  <a:pt x="1184510" y="193851"/>
                </a:cubicBezTo>
                <a:cubicBezTo>
                  <a:pt x="1181328" y="196439"/>
                  <a:pt x="1179690" y="197657"/>
                  <a:pt x="1179595" y="197505"/>
                </a:cubicBezTo>
                <a:lnTo>
                  <a:pt x="1179595" y="198418"/>
                </a:lnTo>
                <a:cubicBezTo>
                  <a:pt x="1179766" y="198237"/>
                  <a:pt x="1181481" y="199398"/>
                  <a:pt x="1184738" y="201900"/>
                </a:cubicBezTo>
                <a:cubicBezTo>
                  <a:pt x="1187996" y="204402"/>
                  <a:pt x="1191768" y="209330"/>
                  <a:pt x="1196054" y="216684"/>
                </a:cubicBezTo>
                <a:lnTo>
                  <a:pt x="1222571" y="267017"/>
                </a:lnTo>
                <a:cubicBezTo>
                  <a:pt x="1224286" y="270383"/>
                  <a:pt x="1226572" y="272691"/>
                  <a:pt x="1229429" y="273940"/>
                </a:cubicBezTo>
                <a:cubicBezTo>
                  <a:pt x="1232287" y="275189"/>
                  <a:pt x="1236402" y="275780"/>
                  <a:pt x="1241774" y="275713"/>
                </a:cubicBezTo>
                <a:lnTo>
                  <a:pt x="1257319" y="275713"/>
                </a:lnTo>
                <a:lnTo>
                  <a:pt x="1257319" y="324577"/>
                </a:lnTo>
                <a:lnTo>
                  <a:pt x="1214342" y="324577"/>
                </a:lnTo>
                <a:cubicBezTo>
                  <a:pt x="1204788" y="324795"/>
                  <a:pt x="1197378" y="323559"/>
                  <a:pt x="1192111" y="320866"/>
                </a:cubicBezTo>
                <a:cubicBezTo>
                  <a:pt x="1186843" y="318174"/>
                  <a:pt x="1182062" y="312713"/>
                  <a:pt x="1177766" y="304483"/>
                </a:cubicBezTo>
                <a:lnTo>
                  <a:pt x="1138904" y="231317"/>
                </a:lnTo>
                <a:cubicBezTo>
                  <a:pt x="1136465" y="227350"/>
                  <a:pt x="1133227" y="224871"/>
                  <a:pt x="1129188" y="223879"/>
                </a:cubicBezTo>
                <a:cubicBezTo>
                  <a:pt x="1125150" y="222888"/>
                  <a:pt x="1121225" y="222468"/>
                  <a:pt x="1117415" y="222621"/>
                </a:cubicBezTo>
                <a:lnTo>
                  <a:pt x="1104614" y="222621"/>
                </a:lnTo>
                <a:lnTo>
                  <a:pt x="1104614" y="324577"/>
                </a:lnTo>
                <a:lnTo>
                  <a:pt x="1046607" y="324577"/>
                </a:lnTo>
                <a:lnTo>
                  <a:pt x="1046607" y="59414"/>
                </a:lnTo>
                <a:cubicBezTo>
                  <a:pt x="1046587" y="55990"/>
                  <a:pt x="1045711" y="53453"/>
                  <a:pt x="1043978" y="51803"/>
                </a:cubicBezTo>
                <a:cubicBezTo>
                  <a:pt x="1042244" y="50153"/>
                  <a:pt x="1039768" y="49333"/>
                  <a:pt x="1036548" y="49342"/>
                </a:cubicBezTo>
                <a:lnTo>
                  <a:pt x="1018260" y="49342"/>
                </a:lnTo>
                <a:close/>
                <a:moveTo>
                  <a:pt x="170535" y="22"/>
                </a:moveTo>
                <a:lnTo>
                  <a:pt x="225830" y="22"/>
                </a:lnTo>
                <a:cubicBezTo>
                  <a:pt x="236516" y="-16"/>
                  <a:pt x="244376" y="2457"/>
                  <a:pt x="249409" y="7443"/>
                </a:cubicBezTo>
                <a:cubicBezTo>
                  <a:pt x="254443" y="12428"/>
                  <a:pt x="256936" y="20153"/>
                  <a:pt x="256889" y="30619"/>
                </a:cubicBezTo>
                <a:lnTo>
                  <a:pt x="256889" y="112464"/>
                </a:lnTo>
                <a:cubicBezTo>
                  <a:pt x="256851" y="118278"/>
                  <a:pt x="256698" y="122978"/>
                  <a:pt x="256432" y="126565"/>
                </a:cubicBezTo>
                <a:cubicBezTo>
                  <a:pt x="256165" y="130152"/>
                  <a:pt x="256013" y="131998"/>
                  <a:pt x="255975" y="132103"/>
                </a:cubicBezTo>
                <a:lnTo>
                  <a:pt x="256889" y="132103"/>
                </a:lnTo>
                <a:cubicBezTo>
                  <a:pt x="262512" y="120390"/>
                  <a:pt x="272194" y="109905"/>
                  <a:pt x="285937" y="100647"/>
                </a:cubicBezTo>
                <a:cubicBezTo>
                  <a:pt x="299680" y="91389"/>
                  <a:pt x="316682" y="86499"/>
                  <a:pt x="336943" y="85975"/>
                </a:cubicBezTo>
                <a:cubicBezTo>
                  <a:pt x="363128" y="85812"/>
                  <a:pt x="383198" y="92875"/>
                  <a:pt x="397151" y="107162"/>
                </a:cubicBezTo>
                <a:cubicBezTo>
                  <a:pt x="411105" y="121449"/>
                  <a:pt x="418148" y="143939"/>
                  <a:pt x="418280" y="174630"/>
                </a:cubicBezTo>
                <a:lnTo>
                  <a:pt x="418280" y="265651"/>
                </a:lnTo>
                <a:cubicBezTo>
                  <a:pt x="418300" y="268872"/>
                  <a:pt x="419176" y="271349"/>
                  <a:pt x="420909" y="273083"/>
                </a:cubicBezTo>
                <a:cubicBezTo>
                  <a:pt x="422643" y="274818"/>
                  <a:pt x="425119" y="275694"/>
                  <a:pt x="428339" y="275713"/>
                </a:cubicBezTo>
                <a:lnTo>
                  <a:pt x="446627" y="275713"/>
                </a:lnTo>
                <a:lnTo>
                  <a:pt x="446627" y="324577"/>
                </a:lnTo>
                <a:lnTo>
                  <a:pt x="391332" y="324577"/>
                </a:lnTo>
                <a:cubicBezTo>
                  <a:pt x="380666" y="324653"/>
                  <a:pt x="372882" y="322217"/>
                  <a:pt x="367981" y="317270"/>
                </a:cubicBezTo>
                <a:cubicBezTo>
                  <a:pt x="363081" y="312323"/>
                  <a:pt x="360664" y="304407"/>
                  <a:pt x="360730" y="293523"/>
                </a:cubicBezTo>
                <a:lnTo>
                  <a:pt x="360730" y="186523"/>
                </a:lnTo>
                <a:cubicBezTo>
                  <a:pt x="361016" y="172134"/>
                  <a:pt x="358500" y="160661"/>
                  <a:pt x="353182" y="152104"/>
                </a:cubicBezTo>
                <a:cubicBezTo>
                  <a:pt x="347865" y="143546"/>
                  <a:pt x="338029" y="139163"/>
                  <a:pt x="323677" y="138953"/>
                </a:cubicBezTo>
                <a:cubicBezTo>
                  <a:pt x="308181" y="139201"/>
                  <a:pt x="294915" y="143737"/>
                  <a:pt x="283878" y="152561"/>
                </a:cubicBezTo>
                <a:cubicBezTo>
                  <a:pt x="272843" y="161385"/>
                  <a:pt x="265066" y="173011"/>
                  <a:pt x="260548" y="187437"/>
                </a:cubicBezTo>
                <a:cubicBezTo>
                  <a:pt x="259195" y="192011"/>
                  <a:pt x="258242" y="196814"/>
                  <a:pt x="257689" y="201845"/>
                </a:cubicBezTo>
                <a:cubicBezTo>
                  <a:pt x="257137" y="206876"/>
                  <a:pt x="256870" y="212136"/>
                  <a:pt x="256889" y="217625"/>
                </a:cubicBezTo>
                <a:lnTo>
                  <a:pt x="256889" y="324577"/>
                </a:lnTo>
                <a:lnTo>
                  <a:pt x="198882" y="324577"/>
                </a:lnTo>
                <a:lnTo>
                  <a:pt x="198882" y="59416"/>
                </a:lnTo>
                <a:cubicBezTo>
                  <a:pt x="198863" y="55992"/>
                  <a:pt x="197986" y="53454"/>
                  <a:pt x="196253" y="51804"/>
                </a:cubicBezTo>
                <a:cubicBezTo>
                  <a:pt x="194519" y="50153"/>
                  <a:pt x="192043" y="49333"/>
                  <a:pt x="188823" y="49342"/>
                </a:cubicBezTo>
                <a:lnTo>
                  <a:pt x="170535" y="493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algn="ctr" rotWithShape="0">
              <a:prstClr val="black">
                <a:alpha val="15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1500">
                <a:latin typeface="+mj-lt"/>
              </a:defRPr>
            </a:lvl1pPr>
          </a:lstStyle>
          <a:p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4A736F-FFEE-43CB-A3F1-0FABD82F0ED6}"/>
              </a:ext>
            </a:extLst>
          </p:cNvPr>
          <p:cNvSpPr/>
          <p:nvPr userDrawn="1"/>
        </p:nvSpPr>
        <p:spPr>
          <a:xfrm>
            <a:off x="7110905" y="5154693"/>
            <a:ext cx="23342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50" dirty="0">
                <a:solidFill>
                  <a:schemeClr val="bg1">
                    <a:lumMod val="50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rPr>
              <a:t>www.hexaware.com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E1A5F7-1512-411C-AF5C-39F57F870479}"/>
              </a:ext>
            </a:extLst>
          </p:cNvPr>
          <p:cNvSpPr/>
          <p:nvPr userDrawn="1"/>
        </p:nvSpPr>
        <p:spPr>
          <a:xfrm>
            <a:off x="5834545" y="3176739"/>
            <a:ext cx="332170" cy="332170"/>
          </a:xfrm>
          <a:prstGeom prst="ellipse">
            <a:avLst/>
          </a:prstGeom>
          <a:solidFill>
            <a:srgbClr val="01CE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D562B-6654-4B73-93C0-D14CBCCE1729}"/>
              </a:ext>
            </a:extLst>
          </p:cNvPr>
          <p:cNvSpPr/>
          <p:nvPr userDrawn="1"/>
        </p:nvSpPr>
        <p:spPr>
          <a:xfrm>
            <a:off x="1618395" y="3073470"/>
            <a:ext cx="367782" cy="367782"/>
          </a:xfrm>
          <a:prstGeom prst="ellipse">
            <a:avLst/>
          </a:prstGeom>
          <a:solidFill>
            <a:srgbClr val="FEB8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57395A-7F04-4BBC-B715-5A48287BACD8}"/>
              </a:ext>
            </a:extLst>
          </p:cNvPr>
          <p:cNvSpPr/>
          <p:nvPr userDrawn="1"/>
        </p:nvSpPr>
        <p:spPr>
          <a:xfrm>
            <a:off x="9544832" y="3158933"/>
            <a:ext cx="367782" cy="367782"/>
          </a:xfrm>
          <a:prstGeom prst="ellipse">
            <a:avLst/>
          </a:prstGeom>
          <a:solidFill>
            <a:srgbClr val="EB2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693EAD99-25F0-4C75-8789-EDE58F648D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51791" y="6555593"/>
            <a:ext cx="2298706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+mn-ea"/>
                <a:cs typeface="+mn-cs"/>
              </a:rPr>
              <a:t>www.hexaware.com  | </a:t>
            </a:r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</a:rPr>
              <a:t>© Hexaware Technologies.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65165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5EAF79-FF36-40B3-9D12-81FBA6656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523" y="6611970"/>
            <a:ext cx="597478" cy="233073"/>
          </a:xfrm>
          <a:prstGeom prst="rect">
            <a:avLst/>
          </a:prstGeom>
        </p:spPr>
        <p:txBody>
          <a:bodyPr/>
          <a:lstStyle>
            <a:lvl1pPr algn="r">
              <a:defRPr lang="en-US" smtClean="0">
                <a:solidFill>
                  <a:srgbClr val="C00000"/>
                </a:solidFill>
                <a:latin typeface="Toyota Type" panose="020B0602020202020204" pitchFamily="34" charset="0"/>
                <a:ea typeface="+mn-ea"/>
                <a:cs typeface="Toyota Type" panose="020B0602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473313-0C70-4A4F-966C-6B2E5095D5A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FFE2EF0-2F6B-4350-A61B-1DD45151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523" y="230189"/>
            <a:ext cx="7890906" cy="46172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lang="en-US" sz="2667" b="1" kern="1200" dirty="0">
                <a:solidFill>
                  <a:srgbClr val="C00000"/>
                </a:solidFill>
                <a:latin typeface="Toyota Type" panose="020B0602020202020204" pitchFamily="34" charset="0"/>
                <a:ea typeface="+mj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FF7B0-52E9-4BF2-ADD1-9F2042D83B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609117"/>
            <a:ext cx="2987299" cy="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2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41207\Desktop\bg.png">
            <a:extLst>
              <a:ext uri="{FF2B5EF4-FFF2-40B4-BE49-F238E27FC236}">
                <a16:creationId xmlns:a16="http://schemas.microsoft.com/office/drawing/2014/main" id="{450FF540-84C6-479B-99FC-102C949357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44203" y="0"/>
            <a:ext cx="6847797" cy="6847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5855C7-9C07-45F2-838E-875004CD3040}"/>
              </a:ext>
            </a:extLst>
          </p:cNvPr>
          <p:cNvSpPr/>
          <p:nvPr userDrawn="1"/>
        </p:nvSpPr>
        <p:spPr>
          <a:xfrm>
            <a:off x="0" y="0"/>
            <a:ext cx="12192000" cy="681631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1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E042D"/>
              </a:solidFill>
            </a:endParaRP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7ECFE431-C33B-4E0C-995D-5C881A34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46" y="104617"/>
            <a:ext cx="10195895" cy="63921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9E042D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A5612-5CFC-46A6-97CD-A67E1990F2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940" y="41690"/>
            <a:ext cx="672514" cy="6725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85E3848-BBFA-402F-8B2A-F17CF9F93D82}"/>
              </a:ext>
            </a:extLst>
          </p:cNvPr>
          <p:cNvGrpSpPr/>
          <p:nvPr userDrawn="1"/>
        </p:nvGrpSpPr>
        <p:grpSpPr>
          <a:xfrm>
            <a:off x="10672779" y="186350"/>
            <a:ext cx="691041" cy="412011"/>
            <a:chOff x="10924614" y="219997"/>
            <a:chExt cx="1147367" cy="617017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D236658-E96C-42D3-8E56-8EC449188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37252" y="219997"/>
              <a:ext cx="138408" cy="387414"/>
            </a:xfrm>
            <a:custGeom>
              <a:avLst/>
              <a:gdLst>
                <a:gd name="T0" fmla="*/ 310 w 427"/>
                <a:gd name="T1" fmla="*/ 0 h 1199"/>
                <a:gd name="T2" fmla="*/ 336 w 427"/>
                <a:gd name="T3" fmla="*/ 3 h 1199"/>
                <a:gd name="T4" fmla="*/ 361 w 427"/>
                <a:gd name="T5" fmla="*/ 11 h 1199"/>
                <a:gd name="T6" fmla="*/ 383 w 427"/>
                <a:gd name="T7" fmla="*/ 25 h 1199"/>
                <a:gd name="T8" fmla="*/ 401 w 427"/>
                <a:gd name="T9" fmla="*/ 43 h 1199"/>
                <a:gd name="T10" fmla="*/ 415 w 427"/>
                <a:gd name="T11" fmla="*/ 64 h 1199"/>
                <a:gd name="T12" fmla="*/ 424 w 427"/>
                <a:gd name="T13" fmla="*/ 88 h 1199"/>
                <a:gd name="T14" fmla="*/ 427 w 427"/>
                <a:gd name="T15" fmla="*/ 114 h 1199"/>
                <a:gd name="T16" fmla="*/ 425 w 427"/>
                <a:gd name="T17" fmla="*/ 141 h 1199"/>
                <a:gd name="T18" fmla="*/ 232 w 427"/>
                <a:gd name="T19" fmla="*/ 1104 h 1199"/>
                <a:gd name="T20" fmla="*/ 226 w 427"/>
                <a:gd name="T21" fmla="*/ 1127 h 1199"/>
                <a:gd name="T22" fmla="*/ 215 w 427"/>
                <a:gd name="T23" fmla="*/ 1147 h 1199"/>
                <a:gd name="T24" fmla="*/ 200 w 427"/>
                <a:gd name="T25" fmla="*/ 1164 h 1199"/>
                <a:gd name="T26" fmla="*/ 183 w 427"/>
                <a:gd name="T27" fmla="*/ 1178 h 1199"/>
                <a:gd name="T28" fmla="*/ 163 w 427"/>
                <a:gd name="T29" fmla="*/ 1189 h 1199"/>
                <a:gd name="T30" fmla="*/ 141 w 427"/>
                <a:gd name="T31" fmla="*/ 1197 h 1199"/>
                <a:gd name="T32" fmla="*/ 117 w 427"/>
                <a:gd name="T33" fmla="*/ 1199 h 1199"/>
                <a:gd name="T34" fmla="*/ 91 w 427"/>
                <a:gd name="T35" fmla="*/ 1196 h 1199"/>
                <a:gd name="T36" fmla="*/ 66 w 427"/>
                <a:gd name="T37" fmla="*/ 1187 h 1199"/>
                <a:gd name="T38" fmla="*/ 45 w 427"/>
                <a:gd name="T39" fmla="*/ 1173 h 1199"/>
                <a:gd name="T40" fmla="*/ 26 w 427"/>
                <a:gd name="T41" fmla="*/ 1156 h 1199"/>
                <a:gd name="T42" fmla="*/ 12 w 427"/>
                <a:gd name="T43" fmla="*/ 1134 h 1199"/>
                <a:gd name="T44" fmla="*/ 4 w 427"/>
                <a:gd name="T45" fmla="*/ 1111 h 1199"/>
                <a:gd name="T46" fmla="*/ 0 w 427"/>
                <a:gd name="T47" fmla="*/ 1085 h 1199"/>
                <a:gd name="T48" fmla="*/ 2 w 427"/>
                <a:gd name="T49" fmla="*/ 1058 h 1199"/>
                <a:gd name="T50" fmla="*/ 194 w 427"/>
                <a:gd name="T51" fmla="*/ 94 h 1199"/>
                <a:gd name="T52" fmla="*/ 202 w 427"/>
                <a:gd name="T53" fmla="*/ 72 h 1199"/>
                <a:gd name="T54" fmla="*/ 213 w 427"/>
                <a:gd name="T55" fmla="*/ 51 h 1199"/>
                <a:gd name="T56" fmla="*/ 227 w 427"/>
                <a:gd name="T57" fmla="*/ 34 h 1199"/>
                <a:gd name="T58" fmla="*/ 245 w 427"/>
                <a:gd name="T59" fmla="*/ 20 h 1199"/>
                <a:gd name="T60" fmla="*/ 264 w 427"/>
                <a:gd name="T61" fmla="*/ 9 h 1199"/>
                <a:gd name="T62" fmla="*/ 287 w 427"/>
                <a:gd name="T63" fmla="*/ 2 h 1199"/>
                <a:gd name="T64" fmla="*/ 310 w 427"/>
                <a:gd name="T65" fmla="*/ 0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7" h="1199">
                  <a:moveTo>
                    <a:pt x="310" y="0"/>
                  </a:moveTo>
                  <a:lnTo>
                    <a:pt x="336" y="3"/>
                  </a:lnTo>
                  <a:lnTo>
                    <a:pt x="361" y="11"/>
                  </a:lnTo>
                  <a:lnTo>
                    <a:pt x="383" y="25"/>
                  </a:lnTo>
                  <a:lnTo>
                    <a:pt x="401" y="43"/>
                  </a:lnTo>
                  <a:lnTo>
                    <a:pt x="415" y="64"/>
                  </a:lnTo>
                  <a:lnTo>
                    <a:pt x="424" y="88"/>
                  </a:lnTo>
                  <a:lnTo>
                    <a:pt x="427" y="114"/>
                  </a:lnTo>
                  <a:lnTo>
                    <a:pt x="425" y="141"/>
                  </a:lnTo>
                  <a:lnTo>
                    <a:pt x="232" y="1104"/>
                  </a:lnTo>
                  <a:lnTo>
                    <a:pt x="226" y="1127"/>
                  </a:lnTo>
                  <a:lnTo>
                    <a:pt x="215" y="1147"/>
                  </a:lnTo>
                  <a:lnTo>
                    <a:pt x="200" y="1164"/>
                  </a:lnTo>
                  <a:lnTo>
                    <a:pt x="183" y="1178"/>
                  </a:lnTo>
                  <a:lnTo>
                    <a:pt x="163" y="1189"/>
                  </a:lnTo>
                  <a:lnTo>
                    <a:pt x="141" y="1197"/>
                  </a:lnTo>
                  <a:lnTo>
                    <a:pt x="117" y="1199"/>
                  </a:lnTo>
                  <a:lnTo>
                    <a:pt x="91" y="1196"/>
                  </a:lnTo>
                  <a:lnTo>
                    <a:pt x="66" y="1187"/>
                  </a:lnTo>
                  <a:lnTo>
                    <a:pt x="45" y="1173"/>
                  </a:lnTo>
                  <a:lnTo>
                    <a:pt x="26" y="1156"/>
                  </a:lnTo>
                  <a:lnTo>
                    <a:pt x="12" y="1134"/>
                  </a:lnTo>
                  <a:lnTo>
                    <a:pt x="4" y="1111"/>
                  </a:lnTo>
                  <a:lnTo>
                    <a:pt x="0" y="1085"/>
                  </a:lnTo>
                  <a:lnTo>
                    <a:pt x="2" y="1058"/>
                  </a:lnTo>
                  <a:lnTo>
                    <a:pt x="194" y="94"/>
                  </a:lnTo>
                  <a:lnTo>
                    <a:pt x="202" y="72"/>
                  </a:lnTo>
                  <a:lnTo>
                    <a:pt x="213" y="51"/>
                  </a:lnTo>
                  <a:lnTo>
                    <a:pt x="227" y="34"/>
                  </a:lnTo>
                  <a:lnTo>
                    <a:pt x="245" y="20"/>
                  </a:lnTo>
                  <a:lnTo>
                    <a:pt x="264" y="9"/>
                  </a:lnTo>
                  <a:lnTo>
                    <a:pt x="287" y="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C4DC711-7C0C-479B-A914-E682D6B6D0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31283" y="317012"/>
              <a:ext cx="119005" cy="290399"/>
            </a:xfrm>
            <a:custGeom>
              <a:avLst/>
              <a:gdLst>
                <a:gd name="T0" fmla="*/ 250 w 367"/>
                <a:gd name="T1" fmla="*/ 0 h 900"/>
                <a:gd name="T2" fmla="*/ 277 w 367"/>
                <a:gd name="T3" fmla="*/ 3 h 900"/>
                <a:gd name="T4" fmla="*/ 301 w 367"/>
                <a:gd name="T5" fmla="*/ 12 h 900"/>
                <a:gd name="T6" fmla="*/ 323 w 367"/>
                <a:gd name="T7" fmla="*/ 26 h 900"/>
                <a:gd name="T8" fmla="*/ 340 w 367"/>
                <a:gd name="T9" fmla="*/ 43 h 900"/>
                <a:gd name="T10" fmla="*/ 354 w 367"/>
                <a:gd name="T11" fmla="*/ 65 h 900"/>
                <a:gd name="T12" fmla="*/ 364 w 367"/>
                <a:gd name="T13" fmla="*/ 88 h 900"/>
                <a:gd name="T14" fmla="*/ 367 w 367"/>
                <a:gd name="T15" fmla="*/ 114 h 900"/>
                <a:gd name="T16" fmla="*/ 365 w 367"/>
                <a:gd name="T17" fmla="*/ 141 h 900"/>
                <a:gd name="T18" fmla="*/ 233 w 367"/>
                <a:gd name="T19" fmla="*/ 805 h 900"/>
                <a:gd name="T20" fmla="*/ 225 w 367"/>
                <a:gd name="T21" fmla="*/ 828 h 900"/>
                <a:gd name="T22" fmla="*/ 214 w 367"/>
                <a:gd name="T23" fmla="*/ 848 h 900"/>
                <a:gd name="T24" fmla="*/ 200 w 367"/>
                <a:gd name="T25" fmla="*/ 865 h 900"/>
                <a:gd name="T26" fmla="*/ 182 w 367"/>
                <a:gd name="T27" fmla="*/ 879 h 900"/>
                <a:gd name="T28" fmla="*/ 163 w 367"/>
                <a:gd name="T29" fmla="*/ 890 h 900"/>
                <a:gd name="T30" fmla="*/ 141 w 367"/>
                <a:gd name="T31" fmla="*/ 898 h 900"/>
                <a:gd name="T32" fmla="*/ 117 w 367"/>
                <a:gd name="T33" fmla="*/ 900 h 900"/>
                <a:gd name="T34" fmla="*/ 91 w 367"/>
                <a:gd name="T35" fmla="*/ 897 h 900"/>
                <a:gd name="T36" fmla="*/ 66 w 367"/>
                <a:gd name="T37" fmla="*/ 888 h 900"/>
                <a:gd name="T38" fmla="*/ 44 w 367"/>
                <a:gd name="T39" fmla="*/ 874 h 900"/>
                <a:gd name="T40" fmla="*/ 26 w 367"/>
                <a:gd name="T41" fmla="*/ 857 h 900"/>
                <a:gd name="T42" fmla="*/ 13 w 367"/>
                <a:gd name="T43" fmla="*/ 835 h 900"/>
                <a:gd name="T44" fmla="*/ 3 w 367"/>
                <a:gd name="T45" fmla="*/ 812 h 900"/>
                <a:gd name="T46" fmla="*/ 0 w 367"/>
                <a:gd name="T47" fmla="*/ 786 h 900"/>
                <a:gd name="T48" fmla="*/ 2 w 367"/>
                <a:gd name="T49" fmla="*/ 759 h 900"/>
                <a:gd name="T50" fmla="*/ 135 w 367"/>
                <a:gd name="T51" fmla="*/ 95 h 900"/>
                <a:gd name="T52" fmla="*/ 141 w 367"/>
                <a:gd name="T53" fmla="*/ 72 h 900"/>
                <a:gd name="T54" fmla="*/ 153 w 367"/>
                <a:gd name="T55" fmla="*/ 52 h 900"/>
                <a:gd name="T56" fmla="*/ 167 w 367"/>
                <a:gd name="T57" fmla="*/ 35 h 900"/>
                <a:gd name="T58" fmla="*/ 184 w 367"/>
                <a:gd name="T59" fmla="*/ 21 h 900"/>
                <a:gd name="T60" fmla="*/ 205 w 367"/>
                <a:gd name="T61" fmla="*/ 10 h 900"/>
                <a:gd name="T62" fmla="*/ 226 w 367"/>
                <a:gd name="T63" fmla="*/ 3 h 900"/>
                <a:gd name="T64" fmla="*/ 250 w 367"/>
                <a:gd name="T65" fmla="*/ 0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7" h="900">
                  <a:moveTo>
                    <a:pt x="250" y="0"/>
                  </a:moveTo>
                  <a:lnTo>
                    <a:pt x="277" y="3"/>
                  </a:lnTo>
                  <a:lnTo>
                    <a:pt x="301" y="12"/>
                  </a:lnTo>
                  <a:lnTo>
                    <a:pt x="323" y="26"/>
                  </a:lnTo>
                  <a:lnTo>
                    <a:pt x="340" y="43"/>
                  </a:lnTo>
                  <a:lnTo>
                    <a:pt x="354" y="65"/>
                  </a:lnTo>
                  <a:lnTo>
                    <a:pt x="364" y="88"/>
                  </a:lnTo>
                  <a:lnTo>
                    <a:pt x="367" y="114"/>
                  </a:lnTo>
                  <a:lnTo>
                    <a:pt x="365" y="141"/>
                  </a:lnTo>
                  <a:lnTo>
                    <a:pt x="233" y="805"/>
                  </a:lnTo>
                  <a:lnTo>
                    <a:pt x="225" y="828"/>
                  </a:lnTo>
                  <a:lnTo>
                    <a:pt x="214" y="848"/>
                  </a:lnTo>
                  <a:lnTo>
                    <a:pt x="200" y="865"/>
                  </a:lnTo>
                  <a:lnTo>
                    <a:pt x="182" y="879"/>
                  </a:lnTo>
                  <a:lnTo>
                    <a:pt x="163" y="890"/>
                  </a:lnTo>
                  <a:lnTo>
                    <a:pt x="141" y="898"/>
                  </a:lnTo>
                  <a:lnTo>
                    <a:pt x="117" y="900"/>
                  </a:lnTo>
                  <a:lnTo>
                    <a:pt x="91" y="897"/>
                  </a:lnTo>
                  <a:lnTo>
                    <a:pt x="66" y="888"/>
                  </a:lnTo>
                  <a:lnTo>
                    <a:pt x="44" y="874"/>
                  </a:lnTo>
                  <a:lnTo>
                    <a:pt x="26" y="857"/>
                  </a:lnTo>
                  <a:lnTo>
                    <a:pt x="13" y="835"/>
                  </a:lnTo>
                  <a:lnTo>
                    <a:pt x="3" y="812"/>
                  </a:lnTo>
                  <a:lnTo>
                    <a:pt x="0" y="786"/>
                  </a:lnTo>
                  <a:lnTo>
                    <a:pt x="2" y="759"/>
                  </a:lnTo>
                  <a:lnTo>
                    <a:pt x="135" y="95"/>
                  </a:lnTo>
                  <a:lnTo>
                    <a:pt x="141" y="72"/>
                  </a:lnTo>
                  <a:lnTo>
                    <a:pt x="153" y="52"/>
                  </a:lnTo>
                  <a:lnTo>
                    <a:pt x="167" y="35"/>
                  </a:lnTo>
                  <a:lnTo>
                    <a:pt x="184" y="21"/>
                  </a:lnTo>
                  <a:lnTo>
                    <a:pt x="205" y="10"/>
                  </a:lnTo>
                  <a:lnTo>
                    <a:pt x="226" y="3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E402C2D-A801-43BE-8EED-B8B74EED9D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8298" y="529799"/>
              <a:ext cx="77612" cy="77612"/>
            </a:xfrm>
            <a:custGeom>
              <a:avLst/>
              <a:gdLst>
                <a:gd name="T0" fmla="*/ 121 w 240"/>
                <a:gd name="T1" fmla="*/ 0 h 240"/>
                <a:gd name="T2" fmla="*/ 148 w 240"/>
                <a:gd name="T3" fmla="*/ 3 h 240"/>
                <a:gd name="T4" fmla="*/ 174 w 240"/>
                <a:gd name="T5" fmla="*/ 13 h 240"/>
                <a:gd name="T6" fmla="*/ 195 w 240"/>
                <a:gd name="T7" fmla="*/ 27 h 240"/>
                <a:gd name="T8" fmla="*/ 215 w 240"/>
                <a:gd name="T9" fmla="*/ 45 h 240"/>
                <a:gd name="T10" fmla="*/ 229 w 240"/>
                <a:gd name="T11" fmla="*/ 68 h 240"/>
                <a:gd name="T12" fmla="*/ 237 w 240"/>
                <a:gd name="T13" fmla="*/ 92 h 240"/>
                <a:gd name="T14" fmla="*/ 240 w 240"/>
                <a:gd name="T15" fmla="*/ 120 h 240"/>
                <a:gd name="T16" fmla="*/ 237 w 240"/>
                <a:gd name="T17" fmla="*/ 147 h 240"/>
                <a:gd name="T18" fmla="*/ 229 w 240"/>
                <a:gd name="T19" fmla="*/ 173 h 240"/>
                <a:gd name="T20" fmla="*/ 215 w 240"/>
                <a:gd name="T21" fmla="*/ 195 h 240"/>
                <a:gd name="T22" fmla="*/ 195 w 240"/>
                <a:gd name="T23" fmla="*/ 213 h 240"/>
                <a:gd name="T24" fmla="*/ 174 w 240"/>
                <a:gd name="T25" fmla="*/ 228 h 240"/>
                <a:gd name="T26" fmla="*/ 148 w 240"/>
                <a:gd name="T27" fmla="*/ 237 h 240"/>
                <a:gd name="T28" fmla="*/ 121 w 240"/>
                <a:gd name="T29" fmla="*/ 240 h 240"/>
                <a:gd name="T30" fmla="*/ 93 w 240"/>
                <a:gd name="T31" fmla="*/ 237 h 240"/>
                <a:gd name="T32" fmla="*/ 68 w 240"/>
                <a:gd name="T33" fmla="*/ 228 h 240"/>
                <a:gd name="T34" fmla="*/ 46 w 240"/>
                <a:gd name="T35" fmla="*/ 213 h 240"/>
                <a:gd name="T36" fmla="*/ 27 w 240"/>
                <a:gd name="T37" fmla="*/ 195 h 240"/>
                <a:gd name="T38" fmla="*/ 13 w 240"/>
                <a:gd name="T39" fmla="*/ 173 h 240"/>
                <a:gd name="T40" fmla="*/ 4 w 240"/>
                <a:gd name="T41" fmla="*/ 147 h 240"/>
                <a:gd name="T42" fmla="*/ 0 w 240"/>
                <a:gd name="T43" fmla="*/ 120 h 240"/>
                <a:gd name="T44" fmla="*/ 4 w 240"/>
                <a:gd name="T45" fmla="*/ 92 h 240"/>
                <a:gd name="T46" fmla="*/ 13 w 240"/>
                <a:gd name="T47" fmla="*/ 68 h 240"/>
                <a:gd name="T48" fmla="*/ 27 w 240"/>
                <a:gd name="T49" fmla="*/ 45 h 240"/>
                <a:gd name="T50" fmla="*/ 46 w 240"/>
                <a:gd name="T51" fmla="*/ 27 h 240"/>
                <a:gd name="T52" fmla="*/ 68 w 240"/>
                <a:gd name="T53" fmla="*/ 13 h 240"/>
                <a:gd name="T54" fmla="*/ 93 w 240"/>
                <a:gd name="T55" fmla="*/ 3 h 240"/>
                <a:gd name="T56" fmla="*/ 121 w 240"/>
                <a:gd name="T5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240">
                  <a:moveTo>
                    <a:pt x="121" y="0"/>
                  </a:moveTo>
                  <a:lnTo>
                    <a:pt x="148" y="3"/>
                  </a:lnTo>
                  <a:lnTo>
                    <a:pt x="174" y="13"/>
                  </a:lnTo>
                  <a:lnTo>
                    <a:pt x="195" y="27"/>
                  </a:lnTo>
                  <a:lnTo>
                    <a:pt x="215" y="45"/>
                  </a:lnTo>
                  <a:lnTo>
                    <a:pt x="229" y="68"/>
                  </a:lnTo>
                  <a:lnTo>
                    <a:pt x="237" y="92"/>
                  </a:lnTo>
                  <a:lnTo>
                    <a:pt x="240" y="120"/>
                  </a:lnTo>
                  <a:lnTo>
                    <a:pt x="237" y="147"/>
                  </a:lnTo>
                  <a:lnTo>
                    <a:pt x="229" y="173"/>
                  </a:lnTo>
                  <a:lnTo>
                    <a:pt x="215" y="195"/>
                  </a:lnTo>
                  <a:lnTo>
                    <a:pt x="195" y="213"/>
                  </a:lnTo>
                  <a:lnTo>
                    <a:pt x="174" y="228"/>
                  </a:lnTo>
                  <a:lnTo>
                    <a:pt x="148" y="237"/>
                  </a:lnTo>
                  <a:lnTo>
                    <a:pt x="121" y="240"/>
                  </a:lnTo>
                  <a:lnTo>
                    <a:pt x="93" y="237"/>
                  </a:lnTo>
                  <a:lnTo>
                    <a:pt x="68" y="228"/>
                  </a:lnTo>
                  <a:lnTo>
                    <a:pt x="46" y="213"/>
                  </a:lnTo>
                  <a:lnTo>
                    <a:pt x="27" y="195"/>
                  </a:lnTo>
                  <a:lnTo>
                    <a:pt x="13" y="173"/>
                  </a:lnTo>
                  <a:lnTo>
                    <a:pt x="4" y="147"/>
                  </a:lnTo>
                  <a:lnTo>
                    <a:pt x="0" y="120"/>
                  </a:lnTo>
                  <a:lnTo>
                    <a:pt x="4" y="92"/>
                  </a:lnTo>
                  <a:lnTo>
                    <a:pt x="13" y="68"/>
                  </a:lnTo>
                  <a:lnTo>
                    <a:pt x="27" y="45"/>
                  </a:lnTo>
                  <a:lnTo>
                    <a:pt x="46" y="27"/>
                  </a:lnTo>
                  <a:lnTo>
                    <a:pt x="68" y="13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DD04537-4A56-4085-BD68-E2B4AC6BA2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2726" y="219997"/>
              <a:ext cx="77612" cy="77612"/>
            </a:xfrm>
            <a:custGeom>
              <a:avLst/>
              <a:gdLst>
                <a:gd name="T0" fmla="*/ 120 w 240"/>
                <a:gd name="T1" fmla="*/ 0 h 239"/>
                <a:gd name="T2" fmla="*/ 147 w 240"/>
                <a:gd name="T3" fmla="*/ 3 h 239"/>
                <a:gd name="T4" fmla="*/ 173 w 240"/>
                <a:gd name="T5" fmla="*/ 11 h 239"/>
                <a:gd name="T6" fmla="*/ 194 w 240"/>
                <a:gd name="T7" fmla="*/ 25 h 239"/>
                <a:gd name="T8" fmla="*/ 214 w 240"/>
                <a:gd name="T9" fmla="*/ 44 h 239"/>
                <a:gd name="T10" fmla="*/ 228 w 240"/>
                <a:gd name="T11" fmla="*/ 66 h 239"/>
                <a:gd name="T12" fmla="*/ 236 w 240"/>
                <a:gd name="T13" fmla="*/ 91 h 239"/>
                <a:gd name="T14" fmla="*/ 240 w 240"/>
                <a:gd name="T15" fmla="*/ 119 h 239"/>
                <a:gd name="T16" fmla="*/ 236 w 240"/>
                <a:gd name="T17" fmla="*/ 146 h 239"/>
                <a:gd name="T18" fmla="*/ 228 w 240"/>
                <a:gd name="T19" fmla="*/ 172 h 239"/>
                <a:gd name="T20" fmla="*/ 214 w 240"/>
                <a:gd name="T21" fmla="*/ 194 h 239"/>
                <a:gd name="T22" fmla="*/ 194 w 240"/>
                <a:gd name="T23" fmla="*/ 213 h 239"/>
                <a:gd name="T24" fmla="*/ 173 w 240"/>
                <a:gd name="T25" fmla="*/ 227 h 239"/>
                <a:gd name="T26" fmla="*/ 147 w 240"/>
                <a:gd name="T27" fmla="*/ 236 h 239"/>
                <a:gd name="T28" fmla="*/ 120 w 240"/>
                <a:gd name="T29" fmla="*/ 239 h 239"/>
                <a:gd name="T30" fmla="*/ 92 w 240"/>
                <a:gd name="T31" fmla="*/ 236 h 239"/>
                <a:gd name="T32" fmla="*/ 67 w 240"/>
                <a:gd name="T33" fmla="*/ 227 h 239"/>
                <a:gd name="T34" fmla="*/ 45 w 240"/>
                <a:gd name="T35" fmla="*/ 213 h 239"/>
                <a:gd name="T36" fmla="*/ 26 w 240"/>
                <a:gd name="T37" fmla="*/ 194 h 239"/>
                <a:gd name="T38" fmla="*/ 12 w 240"/>
                <a:gd name="T39" fmla="*/ 172 h 239"/>
                <a:gd name="T40" fmla="*/ 3 w 240"/>
                <a:gd name="T41" fmla="*/ 146 h 239"/>
                <a:gd name="T42" fmla="*/ 0 w 240"/>
                <a:gd name="T43" fmla="*/ 119 h 239"/>
                <a:gd name="T44" fmla="*/ 3 w 240"/>
                <a:gd name="T45" fmla="*/ 91 h 239"/>
                <a:gd name="T46" fmla="*/ 12 w 240"/>
                <a:gd name="T47" fmla="*/ 66 h 239"/>
                <a:gd name="T48" fmla="*/ 26 w 240"/>
                <a:gd name="T49" fmla="*/ 44 h 239"/>
                <a:gd name="T50" fmla="*/ 45 w 240"/>
                <a:gd name="T51" fmla="*/ 25 h 239"/>
                <a:gd name="T52" fmla="*/ 67 w 240"/>
                <a:gd name="T53" fmla="*/ 11 h 239"/>
                <a:gd name="T54" fmla="*/ 92 w 240"/>
                <a:gd name="T55" fmla="*/ 3 h 239"/>
                <a:gd name="T56" fmla="*/ 120 w 240"/>
                <a:gd name="T57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239">
                  <a:moveTo>
                    <a:pt x="120" y="0"/>
                  </a:moveTo>
                  <a:lnTo>
                    <a:pt x="147" y="3"/>
                  </a:lnTo>
                  <a:lnTo>
                    <a:pt x="173" y="11"/>
                  </a:lnTo>
                  <a:lnTo>
                    <a:pt x="194" y="25"/>
                  </a:lnTo>
                  <a:lnTo>
                    <a:pt x="214" y="44"/>
                  </a:lnTo>
                  <a:lnTo>
                    <a:pt x="228" y="66"/>
                  </a:lnTo>
                  <a:lnTo>
                    <a:pt x="236" y="91"/>
                  </a:lnTo>
                  <a:lnTo>
                    <a:pt x="240" y="119"/>
                  </a:lnTo>
                  <a:lnTo>
                    <a:pt x="236" y="146"/>
                  </a:lnTo>
                  <a:lnTo>
                    <a:pt x="228" y="172"/>
                  </a:lnTo>
                  <a:lnTo>
                    <a:pt x="214" y="194"/>
                  </a:lnTo>
                  <a:lnTo>
                    <a:pt x="194" y="213"/>
                  </a:lnTo>
                  <a:lnTo>
                    <a:pt x="173" y="227"/>
                  </a:lnTo>
                  <a:lnTo>
                    <a:pt x="147" y="236"/>
                  </a:lnTo>
                  <a:lnTo>
                    <a:pt x="120" y="239"/>
                  </a:lnTo>
                  <a:lnTo>
                    <a:pt x="92" y="236"/>
                  </a:lnTo>
                  <a:lnTo>
                    <a:pt x="67" y="227"/>
                  </a:lnTo>
                  <a:lnTo>
                    <a:pt x="45" y="213"/>
                  </a:lnTo>
                  <a:lnTo>
                    <a:pt x="26" y="194"/>
                  </a:lnTo>
                  <a:lnTo>
                    <a:pt x="12" y="172"/>
                  </a:lnTo>
                  <a:lnTo>
                    <a:pt x="3" y="146"/>
                  </a:lnTo>
                  <a:lnTo>
                    <a:pt x="0" y="119"/>
                  </a:lnTo>
                  <a:lnTo>
                    <a:pt x="3" y="91"/>
                  </a:lnTo>
                  <a:lnTo>
                    <a:pt x="12" y="66"/>
                  </a:lnTo>
                  <a:lnTo>
                    <a:pt x="26" y="44"/>
                  </a:lnTo>
                  <a:lnTo>
                    <a:pt x="45" y="25"/>
                  </a:lnTo>
                  <a:lnTo>
                    <a:pt x="67" y="11"/>
                  </a:lnTo>
                  <a:lnTo>
                    <a:pt x="92" y="3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2AE967A-0674-4101-8294-899CF116F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91978" y="375221"/>
              <a:ext cx="249653" cy="77612"/>
            </a:xfrm>
            <a:custGeom>
              <a:avLst/>
              <a:gdLst>
                <a:gd name="T0" fmla="*/ 116 w 772"/>
                <a:gd name="T1" fmla="*/ 0 h 240"/>
                <a:gd name="T2" fmla="*/ 654 w 772"/>
                <a:gd name="T3" fmla="*/ 0 h 240"/>
                <a:gd name="T4" fmla="*/ 681 w 772"/>
                <a:gd name="T5" fmla="*/ 3 h 240"/>
                <a:gd name="T6" fmla="*/ 706 w 772"/>
                <a:gd name="T7" fmla="*/ 12 h 240"/>
                <a:gd name="T8" fmla="*/ 727 w 772"/>
                <a:gd name="T9" fmla="*/ 26 h 240"/>
                <a:gd name="T10" fmla="*/ 745 w 772"/>
                <a:gd name="T11" fmla="*/ 43 h 240"/>
                <a:gd name="T12" fmla="*/ 759 w 772"/>
                <a:gd name="T13" fmla="*/ 65 h 240"/>
                <a:gd name="T14" fmla="*/ 768 w 772"/>
                <a:gd name="T15" fmla="*/ 88 h 240"/>
                <a:gd name="T16" fmla="*/ 772 w 772"/>
                <a:gd name="T17" fmla="*/ 114 h 240"/>
                <a:gd name="T18" fmla="*/ 769 w 772"/>
                <a:gd name="T19" fmla="*/ 141 h 240"/>
                <a:gd name="T20" fmla="*/ 769 w 772"/>
                <a:gd name="T21" fmla="*/ 146 h 240"/>
                <a:gd name="T22" fmla="*/ 762 w 772"/>
                <a:gd name="T23" fmla="*/ 168 h 240"/>
                <a:gd name="T24" fmla="*/ 751 w 772"/>
                <a:gd name="T25" fmla="*/ 189 h 240"/>
                <a:gd name="T26" fmla="*/ 737 w 772"/>
                <a:gd name="T27" fmla="*/ 206 h 240"/>
                <a:gd name="T28" fmla="*/ 719 w 772"/>
                <a:gd name="T29" fmla="*/ 220 h 240"/>
                <a:gd name="T30" fmla="*/ 699 w 772"/>
                <a:gd name="T31" fmla="*/ 231 h 240"/>
                <a:gd name="T32" fmla="*/ 677 w 772"/>
                <a:gd name="T33" fmla="*/ 238 h 240"/>
                <a:gd name="T34" fmla="*/ 654 w 772"/>
                <a:gd name="T35" fmla="*/ 240 h 240"/>
                <a:gd name="T36" fmla="*/ 115 w 772"/>
                <a:gd name="T37" fmla="*/ 240 h 240"/>
                <a:gd name="T38" fmla="*/ 88 w 772"/>
                <a:gd name="T39" fmla="*/ 237 h 240"/>
                <a:gd name="T40" fmla="*/ 63 w 772"/>
                <a:gd name="T41" fmla="*/ 229 h 240"/>
                <a:gd name="T42" fmla="*/ 42 w 772"/>
                <a:gd name="T43" fmla="*/ 215 h 240"/>
                <a:gd name="T44" fmla="*/ 24 w 772"/>
                <a:gd name="T45" fmla="*/ 197 h 240"/>
                <a:gd name="T46" fmla="*/ 10 w 772"/>
                <a:gd name="T47" fmla="*/ 176 h 240"/>
                <a:gd name="T48" fmla="*/ 1 w 772"/>
                <a:gd name="T49" fmla="*/ 152 h 240"/>
                <a:gd name="T50" fmla="*/ 0 w 772"/>
                <a:gd name="T51" fmla="*/ 142 h 240"/>
                <a:gd name="T52" fmla="*/ 0 w 772"/>
                <a:gd name="T53" fmla="*/ 99 h 240"/>
                <a:gd name="T54" fmla="*/ 1 w 772"/>
                <a:gd name="T55" fmla="*/ 95 h 240"/>
                <a:gd name="T56" fmla="*/ 7 w 772"/>
                <a:gd name="T57" fmla="*/ 72 h 240"/>
                <a:gd name="T58" fmla="*/ 18 w 772"/>
                <a:gd name="T59" fmla="*/ 52 h 240"/>
                <a:gd name="T60" fmla="*/ 33 w 772"/>
                <a:gd name="T61" fmla="*/ 35 h 240"/>
                <a:gd name="T62" fmla="*/ 50 w 772"/>
                <a:gd name="T63" fmla="*/ 21 h 240"/>
                <a:gd name="T64" fmla="*/ 71 w 772"/>
                <a:gd name="T65" fmla="*/ 10 h 240"/>
                <a:gd name="T66" fmla="*/ 92 w 772"/>
                <a:gd name="T67" fmla="*/ 2 h 240"/>
                <a:gd name="T68" fmla="*/ 116 w 772"/>
                <a:gd name="T69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2" h="240">
                  <a:moveTo>
                    <a:pt x="116" y="0"/>
                  </a:moveTo>
                  <a:lnTo>
                    <a:pt x="654" y="0"/>
                  </a:lnTo>
                  <a:lnTo>
                    <a:pt x="681" y="3"/>
                  </a:lnTo>
                  <a:lnTo>
                    <a:pt x="706" y="12"/>
                  </a:lnTo>
                  <a:lnTo>
                    <a:pt x="727" y="26"/>
                  </a:lnTo>
                  <a:lnTo>
                    <a:pt x="745" y="43"/>
                  </a:lnTo>
                  <a:lnTo>
                    <a:pt x="759" y="65"/>
                  </a:lnTo>
                  <a:lnTo>
                    <a:pt x="768" y="88"/>
                  </a:lnTo>
                  <a:lnTo>
                    <a:pt x="772" y="114"/>
                  </a:lnTo>
                  <a:lnTo>
                    <a:pt x="769" y="141"/>
                  </a:lnTo>
                  <a:lnTo>
                    <a:pt x="769" y="146"/>
                  </a:lnTo>
                  <a:lnTo>
                    <a:pt x="762" y="168"/>
                  </a:lnTo>
                  <a:lnTo>
                    <a:pt x="751" y="189"/>
                  </a:lnTo>
                  <a:lnTo>
                    <a:pt x="737" y="206"/>
                  </a:lnTo>
                  <a:lnTo>
                    <a:pt x="719" y="220"/>
                  </a:lnTo>
                  <a:lnTo>
                    <a:pt x="699" y="231"/>
                  </a:lnTo>
                  <a:lnTo>
                    <a:pt x="677" y="238"/>
                  </a:lnTo>
                  <a:lnTo>
                    <a:pt x="654" y="240"/>
                  </a:lnTo>
                  <a:lnTo>
                    <a:pt x="115" y="240"/>
                  </a:lnTo>
                  <a:lnTo>
                    <a:pt x="88" y="237"/>
                  </a:lnTo>
                  <a:lnTo>
                    <a:pt x="63" y="229"/>
                  </a:lnTo>
                  <a:lnTo>
                    <a:pt x="42" y="215"/>
                  </a:lnTo>
                  <a:lnTo>
                    <a:pt x="24" y="197"/>
                  </a:lnTo>
                  <a:lnTo>
                    <a:pt x="10" y="176"/>
                  </a:lnTo>
                  <a:lnTo>
                    <a:pt x="1" y="152"/>
                  </a:lnTo>
                  <a:lnTo>
                    <a:pt x="0" y="142"/>
                  </a:lnTo>
                  <a:lnTo>
                    <a:pt x="0" y="99"/>
                  </a:lnTo>
                  <a:lnTo>
                    <a:pt x="1" y="95"/>
                  </a:lnTo>
                  <a:lnTo>
                    <a:pt x="7" y="72"/>
                  </a:lnTo>
                  <a:lnTo>
                    <a:pt x="18" y="52"/>
                  </a:lnTo>
                  <a:lnTo>
                    <a:pt x="33" y="35"/>
                  </a:lnTo>
                  <a:lnTo>
                    <a:pt x="50" y="21"/>
                  </a:lnTo>
                  <a:lnTo>
                    <a:pt x="71" y="10"/>
                  </a:lnTo>
                  <a:lnTo>
                    <a:pt x="92" y="2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AA64C06-4DB8-44F6-891E-1EF4DF1D12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24614" y="685670"/>
              <a:ext cx="49801" cy="150697"/>
            </a:xfrm>
            <a:custGeom>
              <a:avLst/>
              <a:gdLst>
                <a:gd name="T0" fmla="*/ 110 w 154"/>
                <a:gd name="T1" fmla="*/ 0 h 468"/>
                <a:gd name="T2" fmla="*/ 123 w 154"/>
                <a:gd name="T3" fmla="*/ 1 h 468"/>
                <a:gd name="T4" fmla="*/ 135 w 154"/>
                <a:gd name="T5" fmla="*/ 7 h 468"/>
                <a:gd name="T6" fmla="*/ 144 w 154"/>
                <a:gd name="T7" fmla="*/ 15 h 468"/>
                <a:gd name="T8" fmla="*/ 151 w 154"/>
                <a:gd name="T9" fmla="*/ 26 h 468"/>
                <a:gd name="T10" fmla="*/ 154 w 154"/>
                <a:gd name="T11" fmla="*/ 38 h 468"/>
                <a:gd name="T12" fmla="*/ 154 w 154"/>
                <a:gd name="T13" fmla="*/ 51 h 468"/>
                <a:gd name="T14" fmla="*/ 102 w 154"/>
                <a:gd name="T15" fmla="*/ 418 h 468"/>
                <a:gd name="T16" fmla="*/ 99 w 154"/>
                <a:gd name="T17" fmla="*/ 432 h 468"/>
                <a:gd name="T18" fmla="*/ 91 w 154"/>
                <a:gd name="T19" fmla="*/ 444 h 468"/>
                <a:gd name="T20" fmla="*/ 82 w 154"/>
                <a:gd name="T21" fmla="*/ 455 h 468"/>
                <a:gd name="T22" fmla="*/ 68 w 154"/>
                <a:gd name="T23" fmla="*/ 464 h 468"/>
                <a:gd name="T24" fmla="*/ 52 w 154"/>
                <a:gd name="T25" fmla="*/ 468 h 468"/>
                <a:gd name="T26" fmla="*/ 37 w 154"/>
                <a:gd name="T27" fmla="*/ 468 h 468"/>
                <a:gd name="T28" fmla="*/ 22 w 154"/>
                <a:gd name="T29" fmla="*/ 464 h 468"/>
                <a:gd name="T30" fmla="*/ 11 w 154"/>
                <a:gd name="T31" fmla="*/ 454 h 468"/>
                <a:gd name="T32" fmla="*/ 3 w 154"/>
                <a:gd name="T33" fmla="*/ 444 h 468"/>
                <a:gd name="T34" fmla="*/ 0 w 154"/>
                <a:gd name="T35" fmla="*/ 431 h 468"/>
                <a:gd name="T36" fmla="*/ 0 w 154"/>
                <a:gd name="T37" fmla="*/ 418 h 468"/>
                <a:gd name="T38" fmla="*/ 52 w 154"/>
                <a:gd name="T39" fmla="*/ 51 h 468"/>
                <a:gd name="T40" fmla="*/ 56 w 154"/>
                <a:gd name="T41" fmla="*/ 38 h 468"/>
                <a:gd name="T42" fmla="*/ 62 w 154"/>
                <a:gd name="T43" fmla="*/ 26 h 468"/>
                <a:gd name="T44" fmla="*/ 71 w 154"/>
                <a:gd name="T45" fmla="*/ 15 h 468"/>
                <a:gd name="T46" fmla="*/ 83 w 154"/>
                <a:gd name="T47" fmla="*/ 7 h 468"/>
                <a:gd name="T48" fmla="*/ 97 w 154"/>
                <a:gd name="T49" fmla="*/ 2 h 468"/>
                <a:gd name="T50" fmla="*/ 110 w 154"/>
                <a:gd name="T51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4" h="468">
                  <a:moveTo>
                    <a:pt x="110" y="0"/>
                  </a:moveTo>
                  <a:lnTo>
                    <a:pt x="123" y="1"/>
                  </a:lnTo>
                  <a:lnTo>
                    <a:pt x="135" y="7"/>
                  </a:lnTo>
                  <a:lnTo>
                    <a:pt x="144" y="15"/>
                  </a:lnTo>
                  <a:lnTo>
                    <a:pt x="151" y="26"/>
                  </a:lnTo>
                  <a:lnTo>
                    <a:pt x="154" y="38"/>
                  </a:lnTo>
                  <a:lnTo>
                    <a:pt x="154" y="51"/>
                  </a:lnTo>
                  <a:lnTo>
                    <a:pt x="102" y="418"/>
                  </a:lnTo>
                  <a:lnTo>
                    <a:pt x="99" y="432"/>
                  </a:lnTo>
                  <a:lnTo>
                    <a:pt x="91" y="444"/>
                  </a:lnTo>
                  <a:lnTo>
                    <a:pt x="82" y="455"/>
                  </a:lnTo>
                  <a:lnTo>
                    <a:pt x="68" y="464"/>
                  </a:lnTo>
                  <a:lnTo>
                    <a:pt x="52" y="468"/>
                  </a:lnTo>
                  <a:lnTo>
                    <a:pt x="37" y="468"/>
                  </a:lnTo>
                  <a:lnTo>
                    <a:pt x="22" y="464"/>
                  </a:lnTo>
                  <a:lnTo>
                    <a:pt x="11" y="454"/>
                  </a:lnTo>
                  <a:lnTo>
                    <a:pt x="3" y="444"/>
                  </a:lnTo>
                  <a:lnTo>
                    <a:pt x="0" y="431"/>
                  </a:lnTo>
                  <a:lnTo>
                    <a:pt x="0" y="418"/>
                  </a:lnTo>
                  <a:lnTo>
                    <a:pt x="52" y="51"/>
                  </a:lnTo>
                  <a:lnTo>
                    <a:pt x="56" y="38"/>
                  </a:lnTo>
                  <a:lnTo>
                    <a:pt x="62" y="26"/>
                  </a:lnTo>
                  <a:lnTo>
                    <a:pt x="71" y="15"/>
                  </a:lnTo>
                  <a:lnTo>
                    <a:pt x="83" y="7"/>
                  </a:lnTo>
                  <a:lnTo>
                    <a:pt x="97" y="2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6EA54AA-DA84-4D38-AC50-ED7281B54D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15162" y="685670"/>
              <a:ext cx="49801" cy="150697"/>
            </a:xfrm>
            <a:custGeom>
              <a:avLst/>
              <a:gdLst>
                <a:gd name="T0" fmla="*/ 109 w 154"/>
                <a:gd name="T1" fmla="*/ 0 h 468"/>
                <a:gd name="T2" fmla="*/ 121 w 154"/>
                <a:gd name="T3" fmla="*/ 1 h 468"/>
                <a:gd name="T4" fmla="*/ 133 w 154"/>
                <a:gd name="T5" fmla="*/ 7 h 468"/>
                <a:gd name="T6" fmla="*/ 143 w 154"/>
                <a:gd name="T7" fmla="*/ 15 h 468"/>
                <a:gd name="T8" fmla="*/ 151 w 154"/>
                <a:gd name="T9" fmla="*/ 26 h 468"/>
                <a:gd name="T10" fmla="*/ 154 w 154"/>
                <a:gd name="T11" fmla="*/ 38 h 468"/>
                <a:gd name="T12" fmla="*/ 154 w 154"/>
                <a:gd name="T13" fmla="*/ 51 h 468"/>
                <a:gd name="T14" fmla="*/ 102 w 154"/>
                <a:gd name="T15" fmla="*/ 418 h 468"/>
                <a:gd name="T16" fmla="*/ 98 w 154"/>
                <a:gd name="T17" fmla="*/ 432 h 468"/>
                <a:gd name="T18" fmla="*/ 91 w 154"/>
                <a:gd name="T19" fmla="*/ 444 h 468"/>
                <a:gd name="T20" fmla="*/ 82 w 154"/>
                <a:gd name="T21" fmla="*/ 455 h 468"/>
                <a:gd name="T22" fmla="*/ 67 w 154"/>
                <a:gd name="T23" fmla="*/ 464 h 468"/>
                <a:gd name="T24" fmla="*/ 52 w 154"/>
                <a:gd name="T25" fmla="*/ 468 h 468"/>
                <a:gd name="T26" fmla="*/ 35 w 154"/>
                <a:gd name="T27" fmla="*/ 468 h 468"/>
                <a:gd name="T28" fmla="*/ 21 w 154"/>
                <a:gd name="T29" fmla="*/ 464 h 468"/>
                <a:gd name="T30" fmla="*/ 10 w 154"/>
                <a:gd name="T31" fmla="*/ 454 h 468"/>
                <a:gd name="T32" fmla="*/ 3 w 154"/>
                <a:gd name="T33" fmla="*/ 444 h 468"/>
                <a:gd name="T34" fmla="*/ 0 w 154"/>
                <a:gd name="T35" fmla="*/ 431 h 468"/>
                <a:gd name="T36" fmla="*/ 0 w 154"/>
                <a:gd name="T37" fmla="*/ 418 h 468"/>
                <a:gd name="T38" fmla="*/ 52 w 154"/>
                <a:gd name="T39" fmla="*/ 51 h 468"/>
                <a:gd name="T40" fmla="*/ 55 w 154"/>
                <a:gd name="T41" fmla="*/ 38 h 468"/>
                <a:gd name="T42" fmla="*/ 61 w 154"/>
                <a:gd name="T43" fmla="*/ 26 h 468"/>
                <a:gd name="T44" fmla="*/ 71 w 154"/>
                <a:gd name="T45" fmla="*/ 15 h 468"/>
                <a:gd name="T46" fmla="*/ 83 w 154"/>
                <a:gd name="T47" fmla="*/ 7 h 468"/>
                <a:gd name="T48" fmla="*/ 96 w 154"/>
                <a:gd name="T49" fmla="*/ 2 h 468"/>
                <a:gd name="T50" fmla="*/ 109 w 154"/>
                <a:gd name="T51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4" h="468">
                  <a:moveTo>
                    <a:pt x="109" y="0"/>
                  </a:moveTo>
                  <a:lnTo>
                    <a:pt x="121" y="1"/>
                  </a:lnTo>
                  <a:lnTo>
                    <a:pt x="133" y="7"/>
                  </a:lnTo>
                  <a:lnTo>
                    <a:pt x="143" y="15"/>
                  </a:lnTo>
                  <a:lnTo>
                    <a:pt x="151" y="26"/>
                  </a:lnTo>
                  <a:lnTo>
                    <a:pt x="154" y="38"/>
                  </a:lnTo>
                  <a:lnTo>
                    <a:pt x="154" y="51"/>
                  </a:lnTo>
                  <a:lnTo>
                    <a:pt x="102" y="418"/>
                  </a:lnTo>
                  <a:lnTo>
                    <a:pt x="98" y="432"/>
                  </a:lnTo>
                  <a:lnTo>
                    <a:pt x="91" y="444"/>
                  </a:lnTo>
                  <a:lnTo>
                    <a:pt x="82" y="455"/>
                  </a:lnTo>
                  <a:lnTo>
                    <a:pt x="67" y="464"/>
                  </a:lnTo>
                  <a:lnTo>
                    <a:pt x="52" y="468"/>
                  </a:lnTo>
                  <a:lnTo>
                    <a:pt x="35" y="468"/>
                  </a:lnTo>
                  <a:lnTo>
                    <a:pt x="21" y="464"/>
                  </a:lnTo>
                  <a:lnTo>
                    <a:pt x="10" y="454"/>
                  </a:lnTo>
                  <a:lnTo>
                    <a:pt x="3" y="444"/>
                  </a:lnTo>
                  <a:lnTo>
                    <a:pt x="0" y="431"/>
                  </a:lnTo>
                  <a:lnTo>
                    <a:pt x="0" y="418"/>
                  </a:lnTo>
                  <a:lnTo>
                    <a:pt x="52" y="51"/>
                  </a:lnTo>
                  <a:lnTo>
                    <a:pt x="55" y="38"/>
                  </a:lnTo>
                  <a:lnTo>
                    <a:pt x="61" y="26"/>
                  </a:lnTo>
                  <a:lnTo>
                    <a:pt x="71" y="15"/>
                  </a:lnTo>
                  <a:lnTo>
                    <a:pt x="83" y="7"/>
                  </a:lnTo>
                  <a:lnTo>
                    <a:pt x="96" y="2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0D1E3A7-00AB-4486-88FD-24D2E8291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33022" y="744526"/>
              <a:ext cx="82140" cy="32985"/>
            </a:xfrm>
            <a:custGeom>
              <a:avLst/>
              <a:gdLst>
                <a:gd name="T0" fmla="*/ 58 w 254"/>
                <a:gd name="T1" fmla="*/ 0 h 103"/>
                <a:gd name="T2" fmla="*/ 211 w 254"/>
                <a:gd name="T3" fmla="*/ 0 h 103"/>
                <a:gd name="T4" fmla="*/ 224 w 254"/>
                <a:gd name="T5" fmla="*/ 3 h 103"/>
                <a:gd name="T6" fmla="*/ 236 w 254"/>
                <a:gd name="T7" fmla="*/ 7 h 103"/>
                <a:gd name="T8" fmla="*/ 245 w 254"/>
                <a:gd name="T9" fmla="*/ 16 h 103"/>
                <a:gd name="T10" fmla="*/ 252 w 254"/>
                <a:gd name="T11" fmla="*/ 30 h 103"/>
                <a:gd name="T12" fmla="*/ 254 w 254"/>
                <a:gd name="T13" fmla="*/ 45 h 103"/>
                <a:gd name="T14" fmla="*/ 252 w 254"/>
                <a:gd name="T15" fmla="*/ 60 h 103"/>
                <a:gd name="T16" fmla="*/ 245 w 254"/>
                <a:gd name="T17" fmla="*/ 75 h 103"/>
                <a:gd name="T18" fmla="*/ 234 w 254"/>
                <a:gd name="T19" fmla="*/ 88 h 103"/>
                <a:gd name="T20" fmla="*/ 223 w 254"/>
                <a:gd name="T21" fmla="*/ 96 h 103"/>
                <a:gd name="T22" fmla="*/ 210 w 254"/>
                <a:gd name="T23" fmla="*/ 101 h 103"/>
                <a:gd name="T24" fmla="*/ 196 w 254"/>
                <a:gd name="T25" fmla="*/ 103 h 103"/>
                <a:gd name="T26" fmla="*/ 44 w 254"/>
                <a:gd name="T27" fmla="*/ 103 h 103"/>
                <a:gd name="T28" fmla="*/ 31 w 254"/>
                <a:gd name="T29" fmla="*/ 101 h 103"/>
                <a:gd name="T30" fmla="*/ 20 w 254"/>
                <a:gd name="T31" fmla="*/ 96 h 103"/>
                <a:gd name="T32" fmla="*/ 11 w 254"/>
                <a:gd name="T33" fmla="*/ 88 h 103"/>
                <a:gd name="T34" fmla="*/ 3 w 254"/>
                <a:gd name="T35" fmla="*/ 77 h 103"/>
                <a:gd name="T36" fmla="*/ 0 w 254"/>
                <a:gd name="T37" fmla="*/ 65 h 103"/>
                <a:gd name="T38" fmla="*/ 0 w 254"/>
                <a:gd name="T39" fmla="*/ 52 h 103"/>
                <a:gd name="T40" fmla="*/ 4 w 254"/>
                <a:gd name="T41" fmla="*/ 39 h 103"/>
                <a:gd name="T42" fmla="*/ 11 w 254"/>
                <a:gd name="T43" fmla="*/ 26 h 103"/>
                <a:gd name="T44" fmla="*/ 20 w 254"/>
                <a:gd name="T45" fmla="*/ 16 h 103"/>
                <a:gd name="T46" fmla="*/ 32 w 254"/>
                <a:gd name="T47" fmla="*/ 7 h 103"/>
                <a:gd name="T48" fmla="*/ 45 w 254"/>
                <a:gd name="T49" fmla="*/ 3 h 103"/>
                <a:gd name="T50" fmla="*/ 58 w 254"/>
                <a:gd name="T51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4" h="103">
                  <a:moveTo>
                    <a:pt x="58" y="0"/>
                  </a:moveTo>
                  <a:lnTo>
                    <a:pt x="211" y="0"/>
                  </a:lnTo>
                  <a:lnTo>
                    <a:pt x="224" y="3"/>
                  </a:lnTo>
                  <a:lnTo>
                    <a:pt x="236" y="7"/>
                  </a:lnTo>
                  <a:lnTo>
                    <a:pt x="245" y="16"/>
                  </a:lnTo>
                  <a:lnTo>
                    <a:pt x="252" y="30"/>
                  </a:lnTo>
                  <a:lnTo>
                    <a:pt x="254" y="45"/>
                  </a:lnTo>
                  <a:lnTo>
                    <a:pt x="252" y="60"/>
                  </a:lnTo>
                  <a:lnTo>
                    <a:pt x="245" y="75"/>
                  </a:lnTo>
                  <a:lnTo>
                    <a:pt x="234" y="88"/>
                  </a:lnTo>
                  <a:lnTo>
                    <a:pt x="223" y="96"/>
                  </a:lnTo>
                  <a:lnTo>
                    <a:pt x="210" y="101"/>
                  </a:lnTo>
                  <a:lnTo>
                    <a:pt x="196" y="103"/>
                  </a:lnTo>
                  <a:lnTo>
                    <a:pt x="44" y="103"/>
                  </a:lnTo>
                  <a:lnTo>
                    <a:pt x="31" y="101"/>
                  </a:lnTo>
                  <a:lnTo>
                    <a:pt x="20" y="96"/>
                  </a:lnTo>
                  <a:lnTo>
                    <a:pt x="11" y="88"/>
                  </a:lnTo>
                  <a:lnTo>
                    <a:pt x="3" y="77"/>
                  </a:lnTo>
                  <a:lnTo>
                    <a:pt x="0" y="65"/>
                  </a:lnTo>
                  <a:lnTo>
                    <a:pt x="0" y="52"/>
                  </a:lnTo>
                  <a:lnTo>
                    <a:pt x="4" y="39"/>
                  </a:lnTo>
                  <a:lnTo>
                    <a:pt x="11" y="26"/>
                  </a:lnTo>
                  <a:lnTo>
                    <a:pt x="20" y="16"/>
                  </a:lnTo>
                  <a:lnTo>
                    <a:pt x="32" y="7"/>
                  </a:lnTo>
                  <a:lnTo>
                    <a:pt x="45" y="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10A8B1-371F-4E99-9B8E-B8FC4D4977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70137" y="686317"/>
              <a:ext cx="126120" cy="149403"/>
            </a:xfrm>
            <a:custGeom>
              <a:avLst/>
              <a:gdLst>
                <a:gd name="T0" fmla="*/ 109 w 390"/>
                <a:gd name="T1" fmla="*/ 0 h 464"/>
                <a:gd name="T2" fmla="*/ 347 w 390"/>
                <a:gd name="T3" fmla="*/ 0 h 464"/>
                <a:gd name="T4" fmla="*/ 359 w 390"/>
                <a:gd name="T5" fmla="*/ 3 h 464"/>
                <a:gd name="T6" fmla="*/ 370 w 390"/>
                <a:gd name="T7" fmla="*/ 7 h 464"/>
                <a:gd name="T8" fmla="*/ 380 w 390"/>
                <a:gd name="T9" fmla="*/ 15 h 464"/>
                <a:gd name="T10" fmla="*/ 386 w 390"/>
                <a:gd name="T11" fmla="*/ 25 h 464"/>
                <a:gd name="T12" fmla="*/ 390 w 390"/>
                <a:gd name="T13" fmla="*/ 37 h 464"/>
                <a:gd name="T14" fmla="*/ 390 w 390"/>
                <a:gd name="T15" fmla="*/ 50 h 464"/>
                <a:gd name="T16" fmla="*/ 385 w 390"/>
                <a:gd name="T17" fmla="*/ 64 h 464"/>
                <a:gd name="T18" fmla="*/ 379 w 390"/>
                <a:gd name="T19" fmla="*/ 76 h 464"/>
                <a:gd name="T20" fmla="*/ 369 w 390"/>
                <a:gd name="T21" fmla="*/ 86 h 464"/>
                <a:gd name="T22" fmla="*/ 358 w 390"/>
                <a:gd name="T23" fmla="*/ 93 h 464"/>
                <a:gd name="T24" fmla="*/ 345 w 390"/>
                <a:gd name="T25" fmla="*/ 97 h 464"/>
                <a:gd name="T26" fmla="*/ 333 w 390"/>
                <a:gd name="T27" fmla="*/ 100 h 464"/>
                <a:gd name="T28" fmla="*/ 145 w 390"/>
                <a:gd name="T29" fmla="*/ 100 h 464"/>
                <a:gd name="T30" fmla="*/ 134 w 390"/>
                <a:gd name="T31" fmla="*/ 183 h 464"/>
                <a:gd name="T32" fmla="*/ 299 w 390"/>
                <a:gd name="T33" fmla="*/ 183 h 464"/>
                <a:gd name="T34" fmla="*/ 312 w 390"/>
                <a:gd name="T35" fmla="*/ 185 h 464"/>
                <a:gd name="T36" fmla="*/ 323 w 390"/>
                <a:gd name="T37" fmla="*/ 189 h 464"/>
                <a:gd name="T38" fmla="*/ 333 w 390"/>
                <a:gd name="T39" fmla="*/ 198 h 464"/>
                <a:gd name="T40" fmla="*/ 339 w 390"/>
                <a:gd name="T41" fmla="*/ 207 h 464"/>
                <a:gd name="T42" fmla="*/ 342 w 390"/>
                <a:gd name="T43" fmla="*/ 219 h 464"/>
                <a:gd name="T44" fmla="*/ 342 w 390"/>
                <a:gd name="T45" fmla="*/ 232 h 464"/>
                <a:gd name="T46" fmla="*/ 339 w 390"/>
                <a:gd name="T47" fmla="*/ 246 h 464"/>
                <a:gd name="T48" fmla="*/ 331 w 390"/>
                <a:gd name="T49" fmla="*/ 258 h 464"/>
                <a:gd name="T50" fmla="*/ 323 w 390"/>
                <a:gd name="T51" fmla="*/ 268 h 464"/>
                <a:gd name="T52" fmla="*/ 311 w 390"/>
                <a:gd name="T53" fmla="*/ 275 h 464"/>
                <a:gd name="T54" fmla="*/ 299 w 390"/>
                <a:gd name="T55" fmla="*/ 279 h 464"/>
                <a:gd name="T56" fmla="*/ 286 w 390"/>
                <a:gd name="T57" fmla="*/ 282 h 464"/>
                <a:gd name="T58" fmla="*/ 120 w 390"/>
                <a:gd name="T59" fmla="*/ 282 h 464"/>
                <a:gd name="T60" fmla="*/ 109 w 390"/>
                <a:gd name="T61" fmla="*/ 366 h 464"/>
                <a:gd name="T62" fmla="*/ 295 w 390"/>
                <a:gd name="T63" fmla="*/ 366 h 464"/>
                <a:gd name="T64" fmla="*/ 308 w 390"/>
                <a:gd name="T65" fmla="*/ 367 h 464"/>
                <a:gd name="T66" fmla="*/ 320 w 390"/>
                <a:gd name="T67" fmla="*/ 372 h 464"/>
                <a:gd name="T68" fmla="*/ 328 w 390"/>
                <a:gd name="T69" fmla="*/ 380 h 464"/>
                <a:gd name="T70" fmla="*/ 335 w 390"/>
                <a:gd name="T71" fmla="*/ 390 h 464"/>
                <a:gd name="T72" fmla="*/ 338 w 390"/>
                <a:gd name="T73" fmla="*/ 402 h 464"/>
                <a:gd name="T74" fmla="*/ 338 w 390"/>
                <a:gd name="T75" fmla="*/ 415 h 464"/>
                <a:gd name="T76" fmla="*/ 335 w 390"/>
                <a:gd name="T77" fmla="*/ 428 h 464"/>
                <a:gd name="T78" fmla="*/ 328 w 390"/>
                <a:gd name="T79" fmla="*/ 440 h 464"/>
                <a:gd name="T80" fmla="*/ 319 w 390"/>
                <a:gd name="T81" fmla="*/ 450 h 464"/>
                <a:gd name="T82" fmla="*/ 307 w 390"/>
                <a:gd name="T83" fmla="*/ 458 h 464"/>
                <a:gd name="T84" fmla="*/ 295 w 390"/>
                <a:gd name="T85" fmla="*/ 463 h 464"/>
                <a:gd name="T86" fmla="*/ 282 w 390"/>
                <a:gd name="T87" fmla="*/ 464 h 464"/>
                <a:gd name="T88" fmla="*/ 43 w 390"/>
                <a:gd name="T89" fmla="*/ 464 h 464"/>
                <a:gd name="T90" fmla="*/ 30 w 390"/>
                <a:gd name="T91" fmla="*/ 463 h 464"/>
                <a:gd name="T92" fmla="*/ 18 w 390"/>
                <a:gd name="T93" fmla="*/ 457 h 464"/>
                <a:gd name="T94" fmla="*/ 10 w 390"/>
                <a:gd name="T95" fmla="*/ 450 h 464"/>
                <a:gd name="T96" fmla="*/ 3 w 390"/>
                <a:gd name="T97" fmla="*/ 439 h 464"/>
                <a:gd name="T98" fmla="*/ 0 w 390"/>
                <a:gd name="T99" fmla="*/ 427 h 464"/>
                <a:gd name="T100" fmla="*/ 0 w 390"/>
                <a:gd name="T101" fmla="*/ 413 h 464"/>
                <a:gd name="T102" fmla="*/ 51 w 390"/>
                <a:gd name="T103" fmla="*/ 52 h 464"/>
                <a:gd name="T104" fmla="*/ 54 w 390"/>
                <a:gd name="T105" fmla="*/ 39 h 464"/>
                <a:gd name="T106" fmla="*/ 60 w 390"/>
                <a:gd name="T107" fmla="*/ 27 h 464"/>
                <a:gd name="T108" fmla="*/ 70 w 390"/>
                <a:gd name="T109" fmla="*/ 17 h 464"/>
                <a:gd name="T110" fmla="*/ 82 w 390"/>
                <a:gd name="T111" fmla="*/ 8 h 464"/>
                <a:gd name="T112" fmla="*/ 95 w 390"/>
                <a:gd name="T113" fmla="*/ 3 h 464"/>
                <a:gd name="T114" fmla="*/ 109 w 390"/>
                <a:gd name="T115" fmla="*/ 0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0" h="464">
                  <a:moveTo>
                    <a:pt x="109" y="0"/>
                  </a:moveTo>
                  <a:lnTo>
                    <a:pt x="347" y="0"/>
                  </a:lnTo>
                  <a:lnTo>
                    <a:pt x="359" y="3"/>
                  </a:lnTo>
                  <a:lnTo>
                    <a:pt x="370" y="7"/>
                  </a:lnTo>
                  <a:lnTo>
                    <a:pt x="380" y="15"/>
                  </a:lnTo>
                  <a:lnTo>
                    <a:pt x="386" y="25"/>
                  </a:lnTo>
                  <a:lnTo>
                    <a:pt x="390" y="37"/>
                  </a:lnTo>
                  <a:lnTo>
                    <a:pt x="390" y="50"/>
                  </a:lnTo>
                  <a:lnTo>
                    <a:pt x="385" y="64"/>
                  </a:lnTo>
                  <a:lnTo>
                    <a:pt x="379" y="76"/>
                  </a:lnTo>
                  <a:lnTo>
                    <a:pt x="369" y="86"/>
                  </a:lnTo>
                  <a:lnTo>
                    <a:pt x="358" y="93"/>
                  </a:lnTo>
                  <a:lnTo>
                    <a:pt x="345" y="97"/>
                  </a:lnTo>
                  <a:lnTo>
                    <a:pt x="333" y="100"/>
                  </a:lnTo>
                  <a:lnTo>
                    <a:pt x="145" y="100"/>
                  </a:lnTo>
                  <a:lnTo>
                    <a:pt x="134" y="183"/>
                  </a:lnTo>
                  <a:lnTo>
                    <a:pt x="299" y="183"/>
                  </a:lnTo>
                  <a:lnTo>
                    <a:pt x="312" y="185"/>
                  </a:lnTo>
                  <a:lnTo>
                    <a:pt x="323" y="189"/>
                  </a:lnTo>
                  <a:lnTo>
                    <a:pt x="333" y="198"/>
                  </a:lnTo>
                  <a:lnTo>
                    <a:pt x="339" y="207"/>
                  </a:lnTo>
                  <a:lnTo>
                    <a:pt x="342" y="219"/>
                  </a:lnTo>
                  <a:lnTo>
                    <a:pt x="342" y="232"/>
                  </a:lnTo>
                  <a:lnTo>
                    <a:pt x="339" y="246"/>
                  </a:lnTo>
                  <a:lnTo>
                    <a:pt x="331" y="258"/>
                  </a:lnTo>
                  <a:lnTo>
                    <a:pt x="323" y="268"/>
                  </a:lnTo>
                  <a:lnTo>
                    <a:pt x="311" y="275"/>
                  </a:lnTo>
                  <a:lnTo>
                    <a:pt x="299" y="279"/>
                  </a:lnTo>
                  <a:lnTo>
                    <a:pt x="286" y="282"/>
                  </a:lnTo>
                  <a:lnTo>
                    <a:pt x="120" y="282"/>
                  </a:lnTo>
                  <a:lnTo>
                    <a:pt x="109" y="366"/>
                  </a:lnTo>
                  <a:lnTo>
                    <a:pt x="295" y="366"/>
                  </a:lnTo>
                  <a:lnTo>
                    <a:pt x="308" y="367"/>
                  </a:lnTo>
                  <a:lnTo>
                    <a:pt x="320" y="372"/>
                  </a:lnTo>
                  <a:lnTo>
                    <a:pt x="328" y="380"/>
                  </a:lnTo>
                  <a:lnTo>
                    <a:pt x="335" y="390"/>
                  </a:lnTo>
                  <a:lnTo>
                    <a:pt x="338" y="402"/>
                  </a:lnTo>
                  <a:lnTo>
                    <a:pt x="338" y="415"/>
                  </a:lnTo>
                  <a:lnTo>
                    <a:pt x="335" y="428"/>
                  </a:lnTo>
                  <a:lnTo>
                    <a:pt x="328" y="440"/>
                  </a:lnTo>
                  <a:lnTo>
                    <a:pt x="319" y="450"/>
                  </a:lnTo>
                  <a:lnTo>
                    <a:pt x="307" y="458"/>
                  </a:lnTo>
                  <a:lnTo>
                    <a:pt x="295" y="463"/>
                  </a:lnTo>
                  <a:lnTo>
                    <a:pt x="282" y="464"/>
                  </a:lnTo>
                  <a:lnTo>
                    <a:pt x="43" y="464"/>
                  </a:lnTo>
                  <a:lnTo>
                    <a:pt x="30" y="463"/>
                  </a:lnTo>
                  <a:lnTo>
                    <a:pt x="18" y="457"/>
                  </a:lnTo>
                  <a:lnTo>
                    <a:pt x="10" y="450"/>
                  </a:lnTo>
                  <a:lnTo>
                    <a:pt x="3" y="439"/>
                  </a:lnTo>
                  <a:lnTo>
                    <a:pt x="0" y="427"/>
                  </a:lnTo>
                  <a:lnTo>
                    <a:pt x="0" y="413"/>
                  </a:lnTo>
                  <a:lnTo>
                    <a:pt x="51" y="52"/>
                  </a:lnTo>
                  <a:lnTo>
                    <a:pt x="54" y="39"/>
                  </a:lnTo>
                  <a:lnTo>
                    <a:pt x="60" y="27"/>
                  </a:lnTo>
                  <a:lnTo>
                    <a:pt x="70" y="17"/>
                  </a:lnTo>
                  <a:lnTo>
                    <a:pt x="82" y="8"/>
                  </a:lnTo>
                  <a:lnTo>
                    <a:pt x="95" y="3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D6487EE-0189-4DA9-94A2-DB9307E06E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97550" y="685670"/>
              <a:ext cx="144876" cy="151344"/>
            </a:xfrm>
            <a:custGeom>
              <a:avLst/>
              <a:gdLst>
                <a:gd name="T0" fmla="*/ 118 w 447"/>
                <a:gd name="T1" fmla="*/ 0 h 469"/>
                <a:gd name="T2" fmla="*/ 132 w 447"/>
                <a:gd name="T3" fmla="*/ 6 h 469"/>
                <a:gd name="T4" fmla="*/ 139 w 447"/>
                <a:gd name="T5" fmla="*/ 10 h 469"/>
                <a:gd name="T6" fmla="*/ 144 w 447"/>
                <a:gd name="T7" fmla="*/ 14 h 469"/>
                <a:gd name="T8" fmla="*/ 148 w 447"/>
                <a:gd name="T9" fmla="*/ 21 h 469"/>
                <a:gd name="T10" fmla="*/ 236 w 447"/>
                <a:gd name="T11" fmla="*/ 155 h 469"/>
                <a:gd name="T12" fmla="*/ 362 w 447"/>
                <a:gd name="T13" fmla="*/ 19 h 469"/>
                <a:gd name="T14" fmla="*/ 372 w 447"/>
                <a:gd name="T15" fmla="*/ 10 h 469"/>
                <a:gd name="T16" fmla="*/ 384 w 447"/>
                <a:gd name="T17" fmla="*/ 3 h 469"/>
                <a:gd name="T18" fmla="*/ 398 w 447"/>
                <a:gd name="T19" fmla="*/ 0 h 469"/>
                <a:gd name="T20" fmla="*/ 412 w 447"/>
                <a:gd name="T21" fmla="*/ 1 h 469"/>
                <a:gd name="T22" fmla="*/ 425 w 447"/>
                <a:gd name="T23" fmla="*/ 6 h 469"/>
                <a:gd name="T24" fmla="*/ 436 w 447"/>
                <a:gd name="T25" fmla="*/ 14 h 469"/>
                <a:gd name="T26" fmla="*/ 442 w 447"/>
                <a:gd name="T27" fmla="*/ 24 h 469"/>
                <a:gd name="T28" fmla="*/ 447 w 447"/>
                <a:gd name="T29" fmla="*/ 36 h 469"/>
                <a:gd name="T30" fmla="*/ 446 w 447"/>
                <a:gd name="T31" fmla="*/ 50 h 469"/>
                <a:gd name="T32" fmla="*/ 441 w 447"/>
                <a:gd name="T33" fmla="*/ 65 h 469"/>
                <a:gd name="T34" fmla="*/ 433 w 447"/>
                <a:gd name="T35" fmla="*/ 78 h 469"/>
                <a:gd name="T36" fmla="*/ 285 w 447"/>
                <a:gd name="T37" fmla="*/ 234 h 469"/>
                <a:gd name="T38" fmla="*/ 389 w 447"/>
                <a:gd name="T39" fmla="*/ 388 h 469"/>
                <a:gd name="T40" fmla="*/ 393 w 447"/>
                <a:gd name="T41" fmla="*/ 397 h 469"/>
                <a:gd name="T42" fmla="*/ 395 w 447"/>
                <a:gd name="T43" fmla="*/ 406 h 469"/>
                <a:gd name="T44" fmla="*/ 395 w 447"/>
                <a:gd name="T45" fmla="*/ 418 h 469"/>
                <a:gd name="T46" fmla="*/ 392 w 447"/>
                <a:gd name="T47" fmla="*/ 431 h 469"/>
                <a:gd name="T48" fmla="*/ 385 w 447"/>
                <a:gd name="T49" fmla="*/ 443 h 469"/>
                <a:gd name="T50" fmla="*/ 376 w 447"/>
                <a:gd name="T51" fmla="*/ 454 h 469"/>
                <a:gd name="T52" fmla="*/ 364 w 447"/>
                <a:gd name="T53" fmla="*/ 463 h 469"/>
                <a:gd name="T54" fmla="*/ 351 w 447"/>
                <a:gd name="T55" fmla="*/ 467 h 469"/>
                <a:gd name="T56" fmla="*/ 337 w 447"/>
                <a:gd name="T57" fmla="*/ 469 h 469"/>
                <a:gd name="T58" fmla="*/ 322 w 447"/>
                <a:gd name="T59" fmla="*/ 467 h 469"/>
                <a:gd name="T60" fmla="*/ 309 w 447"/>
                <a:gd name="T61" fmla="*/ 459 h 469"/>
                <a:gd name="T62" fmla="*/ 299 w 447"/>
                <a:gd name="T63" fmla="*/ 449 h 469"/>
                <a:gd name="T64" fmla="*/ 211 w 447"/>
                <a:gd name="T65" fmla="*/ 313 h 469"/>
                <a:gd name="T66" fmla="*/ 85 w 447"/>
                <a:gd name="T67" fmla="*/ 450 h 469"/>
                <a:gd name="T68" fmla="*/ 73 w 447"/>
                <a:gd name="T69" fmla="*/ 459 h 469"/>
                <a:gd name="T70" fmla="*/ 61 w 447"/>
                <a:gd name="T71" fmla="*/ 466 h 469"/>
                <a:gd name="T72" fmla="*/ 51 w 447"/>
                <a:gd name="T73" fmla="*/ 468 h 469"/>
                <a:gd name="T74" fmla="*/ 42 w 447"/>
                <a:gd name="T75" fmla="*/ 469 h 469"/>
                <a:gd name="T76" fmla="*/ 30 w 447"/>
                <a:gd name="T77" fmla="*/ 468 h 469"/>
                <a:gd name="T78" fmla="*/ 19 w 447"/>
                <a:gd name="T79" fmla="*/ 463 h 469"/>
                <a:gd name="T80" fmla="*/ 10 w 447"/>
                <a:gd name="T81" fmla="*/ 455 h 469"/>
                <a:gd name="T82" fmla="*/ 10 w 447"/>
                <a:gd name="T83" fmla="*/ 455 h 469"/>
                <a:gd name="T84" fmla="*/ 3 w 447"/>
                <a:gd name="T85" fmla="*/ 444 h 469"/>
                <a:gd name="T86" fmla="*/ 0 w 447"/>
                <a:gd name="T87" fmla="*/ 432 h 469"/>
                <a:gd name="T88" fmla="*/ 0 w 447"/>
                <a:gd name="T89" fmla="*/ 421 h 469"/>
                <a:gd name="T90" fmla="*/ 5 w 447"/>
                <a:gd name="T91" fmla="*/ 403 h 469"/>
                <a:gd name="T92" fmla="*/ 15 w 447"/>
                <a:gd name="T93" fmla="*/ 389 h 469"/>
                <a:gd name="T94" fmla="*/ 161 w 447"/>
                <a:gd name="T95" fmla="*/ 234 h 469"/>
                <a:gd name="T96" fmla="*/ 59 w 447"/>
                <a:gd name="T97" fmla="*/ 82 h 469"/>
                <a:gd name="T98" fmla="*/ 54 w 447"/>
                <a:gd name="T99" fmla="*/ 67 h 469"/>
                <a:gd name="T100" fmla="*/ 54 w 447"/>
                <a:gd name="T101" fmla="*/ 50 h 469"/>
                <a:gd name="T102" fmla="*/ 57 w 447"/>
                <a:gd name="T103" fmla="*/ 37 h 469"/>
                <a:gd name="T104" fmla="*/ 63 w 447"/>
                <a:gd name="T105" fmla="*/ 25 h 469"/>
                <a:gd name="T106" fmla="*/ 73 w 447"/>
                <a:gd name="T107" fmla="*/ 14 h 469"/>
                <a:gd name="T108" fmla="*/ 87 w 447"/>
                <a:gd name="T109" fmla="*/ 6 h 469"/>
                <a:gd name="T110" fmla="*/ 102 w 447"/>
                <a:gd name="T111" fmla="*/ 0 h 469"/>
                <a:gd name="T112" fmla="*/ 118 w 447"/>
                <a:gd name="T11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7" h="469">
                  <a:moveTo>
                    <a:pt x="118" y="0"/>
                  </a:moveTo>
                  <a:lnTo>
                    <a:pt x="132" y="6"/>
                  </a:lnTo>
                  <a:lnTo>
                    <a:pt x="139" y="10"/>
                  </a:lnTo>
                  <a:lnTo>
                    <a:pt x="144" y="14"/>
                  </a:lnTo>
                  <a:lnTo>
                    <a:pt x="148" y="21"/>
                  </a:lnTo>
                  <a:lnTo>
                    <a:pt x="236" y="155"/>
                  </a:lnTo>
                  <a:lnTo>
                    <a:pt x="362" y="19"/>
                  </a:lnTo>
                  <a:lnTo>
                    <a:pt x="372" y="10"/>
                  </a:lnTo>
                  <a:lnTo>
                    <a:pt x="384" y="3"/>
                  </a:lnTo>
                  <a:lnTo>
                    <a:pt x="398" y="0"/>
                  </a:lnTo>
                  <a:lnTo>
                    <a:pt x="412" y="1"/>
                  </a:lnTo>
                  <a:lnTo>
                    <a:pt x="425" y="6"/>
                  </a:lnTo>
                  <a:lnTo>
                    <a:pt x="436" y="14"/>
                  </a:lnTo>
                  <a:lnTo>
                    <a:pt x="442" y="24"/>
                  </a:lnTo>
                  <a:lnTo>
                    <a:pt x="447" y="36"/>
                  </a:lnTo>
                  <a:lnTo>
                    <a:pt x="446" y="50"/>
                  </a:lnTo>
                  <a:lnTo>
                    <a:pt x="441" y="65"/>
                  </a:lnTo>
                  <a:lnTo>
                    <a:pt x="433" y="78"/>
                  </a:lnTo>
                  <a:lnTo>
                    <a:pt x="285" y="234"/>
                  </a:lnTo>
                  <a:lnTo>
                    <a:pt x="389" y="388"/>
                  </a:lnTo>
                  <a:lnTo>
                    <a:pt x="393" y="397"/>
                  </a:lnTo>
                  <a:lnTo>
                    <a:pt x="395" y="406"/>
                  </a:lnTo>
                  <a:lnTo>
                    <a:pt x="395" y="418"/>
                  </a:lnTo>
                  <a:lnTo>
                    <a:pt x="392" y="431"/>
                  </a:lnTo>
                  <a:lnTo>
                    <a:pt x="385" y="443"/>
                  </a:lnTo>
                  <a:lnTo>
                    <a:pt x="376" y="454"/>
                  </a:lnTo>
                  <a:lnTo>
                    <a:pt x="364" y="463"/>
                  </a:lnTo>
                  <a:lnTo>
                    <a:pt x="351" y="467"/>
                  </a:lnTo>
                  <a:lnTo>
                    <a:pt x="337" y="469"/>
                  </a:lnTo>
                  <a:lnTo>
                    <a:pt x="322" y="467"/>
                  </a:lnTo>
                  <a:lnTo>
                    <a:pt x="309" y="459"/>
                  </a:lnTo>
                  <a:lnTo>
                    <a:pt x="299" y="449"/>
                  </a:lnTo>
                  <a:lnTo>
                    <a:pt x="211" y="313"/>
                  </a:lnTo>
                  <a:lnTo>
                    <a:pt x="85" y="450"/>
                  </a:lnTo>
                  <a:lnTo>
                    <a:pt x="73" y="459"/>
                  </a:lnTo>
                  <a:lnTo>
                    <a:pt x="61" y="466"/>
                  </a:lnTo>
                  <a:lnTo>
                    <a:pt x="51" y="468"/>
                  </a:lnTo>
                  <a:lnTo>
                    <a:pt x="42" y="469"/>
                  </a:lnTo>
                  <a:lnTo>
                    <a:pt x="30" y="468"/>
                  </a:lnTo>
                  <a:lnTo>
                    <a:pt x="19" y="463"/>
                  </a:lnTo>
                  <a:lnTo>
                    <a:pt x="10" y="455"/>
                  </a:lnTo>
                  <a:lnTo>
                    <a:pt x="10" y="455"/>
                  </a:lnTo>
                  <a:lnTo>
                    <a:pt x="3" y="444"/>
                  </a:lnTo>
                  <a:lnTo>
                    <a:pt x="0" y="432"/>
                  </a:lnTo>
                  <a:lnTo>
                    <a:pt x="0" y="421"/>
                  </a:lnTo>
                  <a:lnTo>
                    <a:pt x="5" y="403"/>
                  </a:lnTo>
                  <a:lnTo>
                    <a:pt x="15" y="389"/>
                  </a:lnTo>
                  <a:lnTo>
                    <a:pt x="161" y="234"/>
                  </a:lnTo>
                  <a:lnTo>
                    <a:pt x="59" y="82"/>
                  </a:lnTo>
                  <a:lnTo>
                    <a:pt x="54" y="67"/>
                  </a:lnTo>
                  <a:lnTo>
                    <a:pt x="54" y="50"/>
                  </a:lnTo>
                  <a:lnTo>
                    <a:pt x="57" y="37"/>
                  </a:lnTo>
                  <a:lnTo>
                    <a:pt x="63" y="25"/>
                  </a:lnTo>
                  <a:lnTo>
                    <a:pt x="73" y="14"/>
                  </a:lnTo>
                  <a:lnTo>
                    <a:pt x="87" y="6"/>
                  </a:lnTo>
                  <a:lnTo>
                    <a:pt x="102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D25D6FA-53CC-4FDA-A92B-FEA393C11A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36605" y="685670"/>
              <a:ext cx="139702" cy="151344"/>
            </a:xfrm>
            <a:custGeom>
              <a:avLst/>
              <a:gdLst>
                <a:gd name="T0" fmla="*/ 253 w 432"/>
                <a:gd name="T1" fmla="*/ 155 h 469"/>
                <a:gd name="T2" fmla="*/ 194 w 432"/>
                <a:gd name="T3" fmla="*/ 262 h 469"/>
                <a:gd name="T4" fmla="*/ 282 w 432"/>
                <a:gd name="T5" fmla="*/ 262 h 469"/>
                <a:gd name="T6" fmla="*/ 253 w 432"/>
                <a:gd name="T7" fmla="*/ 155 h 469"/>
                <a:gd name="T8" fmla="*/ 272 w 432"/>
                <a:gd name="T9" fmla="*/ 0 h 469"/>
                <a:gd name="T10" fmla="*/ 278 w 432"/>
                <a:gd name="T11" fmla="*/ 0 h 469"/>
                <a:gd name="T12" fmla="*/ 291 w 432"/>
                <a:gd name="T13" fmla="*/ 1 h 469"/>
                <a:gd name="T14" fmla="*/ 303 w 432"/>
                <a:gd name="T15" fmla="*/ 6 h 469"/>
                <a:gd name="T16" fmla="*/ 313 w 432"/>
                <a:gd name="T17" fmla="*/ 12 h 469"/>
                <a:gd name="T18" fmla="*/ 322 w 432"/>
                <a:gd name="T19" fmla="*/ 24 h 469"/>
                <a:gd name="T20" fmla="*/ 329 w 432"/>
                <a:gd name="T21" fmla="*/ 39 h 469"/>
                <a:gd name="T22" fmla="*/ 430 w 432"/>
                <a:gd name="T23" fmla="*/ 397 h 469"/>
                <a:gd name="T24" fmla="*/ 432 w 432"/>
                <a:gd name="T25" fmla="*/ 409 h 469"/>
                <a:gd name="T26" fmla="*/ 432 w 432"/>
                <a:gd name="T27" fmla="*/ 418 h 469"/>
                <a:gd name="T28" fmla="*/ 429 w 432"/>
                <a:gd name="T29" fmla="*/ 431 h 469"/>
                <a:gd name="T30" fmla="*/ 422 w 432"/>
                <a:gd name="T31" fmla="*/ 443 h 469"/>
                <a:gd name="T32" fmla="*/ 413 w 432"/>
                <a:gd name="T33" fmla="*/ 454 h 469"/>
                <a:gd name="T34" fmla="*/ 401 w 432"/>
                <a:gd name="T35" fmla="*/ 463 h 469"/>
                <a:gd name="T36" fmla="*/ 388 w 432"/>
                <a:gd name="T37" fmla="*/ 467 h 469"/>
                <a:gd name="T38" fmla="*/ 374 w 432"/>
                <a:gd name="T39" fmla="*/ 469 h 469"/>
                <a:gd name="T40" fmla="*/ 360 w 432"/>
                <a:gd name="T41" fmla="*/ 467 h 469"/>
                <a:gd name="T42" fmla="*/ 347 w 432"/>
                <a:gd name="T43" fmla="*/ 460 h 469"/>
                <a:gd name="T44" fmla="*/ 337 w 432"/>
                <a:gd name="T45" fmla="*/ 451 h 469"/>
                <a:gd name="T46" fmla="*/ 331 w 432"/>
                <a:gd name="T47" fmla="*/ 439 h 469"/>
                <a:gd name="T48" fmla="*/ 309 w 432"/>
                <a:gd name="T49" fmla="*/ 359 h 469"/>
                <a:gd name="T50" fmla="*/ 139 w 432"/>
                <a:gd name="T51" fmla="*/ 359 h 469"/>
                <a:gd name="T52" fmla="*/ 96 w 432"/>
                <a:gd name="T53" fmla="*/ 438 h 469"/>
                <a:gd name="T54" fmla="*/ 85 w 432"/>
                <a:gd name="T55" fmla="*/ 451 h 469"/>
                <a:gd name="T56" fmla="*/ 74 w 432"/>
                <a:gd name="T57" fmla="*/ 460 h 469"/>
                <a:gd name="T58" fmla="*/ 60 w 432"/>
                <a:gd name="T59" fmla="*/ 467 h 469"/>
                <a:gd name="T60" fmla="*/ 45 w 432"/>
                <a:gd name="T61" fmla="*/ 469 h 469"/>
                <a:gd name="T62" fmla="*/ 32 w 432"/>
                <a:gd name="T63" fmla="*/ 468 h 469"/>
                <a:gd name="T64" fmla="*/ 19 w 432"/>
                <a:gd name="T65" fmla="*/ 463 h 469"/>
                <a:gd name="T66" fmla="*/ 9 w 432"/>
                <a:gd name="T67" fmla="*/ 454 h 469"/>
                <a:gd name="T68" fmla="*/ 9 w 432"/>
                <a:gd name="T69" fmla="*/ 454 h 469"/>
                <a:gd name="T70" fmla="*/ 3 w 432"/>
                <a:gd name="T71" fmla="*/ 443 h 469"/>
                <a:gd name="T72" fmla="*/ 0 w 432"/>
                <a:gd name="T73" fmla="*/ 431 h 469"/>
                <a:gd name="T74" fmla="*/ 0 w 432"/>
                <a:gd name="T75" fmla="*/ 418 h 469"/>
                <a:gd name="T76" fmla="*/ 3 w 432"/>
                <a:gd name="T77" fmla="*/ 409 h 469"/>
                <a:gd name="T78" fmla="*/ 8 w 432"/>
                <a:gd name="T79" fmla="*/ 397 h 469"/>
                <a:gd name="T80" fmla="*/ 210 w 432"/>
                <a:gd name="T81" fmla="*/ 39 h 469"/>
                <a:gd name="T82" fmla="*/ 221 w 432"/>
                <a:gd name="T83" fmla="*/ 24 h 469"/>
                <a:gd name="T84" fmla="*/ 234 w 432"/>
                <a:gd name="T85" fmla="*/ 12 h 469"/>
                <a:gd name="T86" fmla="*/ 252 w 432"/>
                <a:gd name="T87" fmla="*/ 2 h 469"/>
                <a:gd name="T88" fmla="*/ 272 w 432"/>
                <a:gd name="T8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2" h="469">
                  <a:moveTo>
                    <a:pt x="253" y="155"/>
                  </a:moveTo>
                  <a:lnTo>
                    <a:pt x="194" y="262"/>
                  </a:lnTo>
                  <a:lnTo>
                    <a:pt x="282" y="262"/>
                  </a:lnTo>
                  <a:lnTo>
                    <a:pt x="253" y="155"/>
                  </a:lnTo>
                  <a:close/>
                  <a:moveTo>
                    <a:pt x="272" y="0"/>
                  </a:moveTo>
                  <a:lnTo>
                    <a:pt x="278" y="0"/>
                  </a:lnTo>
                  <a:lnTo>
                    <a:pt x="291" y="1"/>
                  </a:lnTo>
                  <a:lnTo>
                    <a:pt x="303" y="6"/>
                  </a:lnTo>
                  <a:lnTo>
                    <a:pt x="313" y="12"/>
                  </a:lnTo>
                  <a:lnTo>
                    <a:pt x="322" y="24"/>
                  </a:lnTo>
                  <a:lnTo>
                    <a:pt x="329" y="39"/>
                  </a:lnTo>
                  <a:lnTo>
                    <a:pt x="430" y="397"/>
                  </a:lnTo>
                  <a:lnTo>
                    <a:pt x="432" y="409"/>
                  </a:lnTo>
                  <a:lnTo>
                    <a:pt x="432" y="418"/>
                  </a:lnTo>
                  <a:lnTo>
                    <a:pt x="429" y="431"/>
                  </a:lnTo>
                  <a:lnTo>
                    <a:pt x="422" y="443"/>
                  </a:lnTo>
                  <a:lnTo>
                    <a:pt x="413" y="454"/>
                  </a:lnTo>
                  <a:lnTo>
                    <a:pt x="401" y="463"/>
                  </a:lnTo>
                  <a:lnTo>
                    <a:pt x="388" y="467"/>
                  </a:lnTo>
                  <a:lnTo>
                    <a:pt x="374" y="469"/>
                  </a:lnTo>
                  <a:lnTo>
                    <a:pt x="360" y="467"/>
                  </a:lnTo>
                  <a:lnTo>
                    <a:pt x="347" y="460"/>
                  </a:lnTo>
                  <a:lnTo>
                    <a:pt x="337" y="451"/>
                  </a:lnTo>
                  <a:lnTo>
                    <a:pt x="331" y="439"/>
                  </a:lnTo>
                  <a:lnTo>
                    <a:pt x="309" y="359"/>
                  </a:lnTo>
                  <a:lnTo>
                    <a:pt x="139" y="359"/>
                  </a:lnTo>
                  <a:lnTo>
                    <a:pt x="96" y="438"/>
                  </a:lnTo>
                  <a:lnTo>
                    <a:pt x="85" y="451"/>
                  </a:lnTo>
                  <a:lnTo>
                    <a:pt x="74" y="460"/>
                  </a:lnTo>
                  <a:lnTo>
                    <a:pt x="60" y="467"/>
                  </a:lnTo>
                  <a:lnTo>
                    <a:pt x="45" y="469"/>
                  </a:lnTo>
                  <a:lnTo>
                    <a:pt x="32" y="468"/>
                  </a:lnTo>
                  <a:lnTo>
                    <a:pt x="19" y="463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3" y="443"/>
                  </a:lnTo>
                  <a:lnTo>
                    <a:pt x="0" y="431"/>
                  </a:lnTo>
                  <a:lnTo>
                    <a:pt x="0" y="418"/>
                  </a:lnTo>
                  <a:lnTo>
                    <a:pt x="3" y="409"/>
                  </a:lnTo>
                  <a:lnTo>
                    <a:pt x="8" y="397"/>
                  </a:lnTo>
                  <a:lnTo>
                    <a:pt x="210" y="39"/>
                  </a:lnTo>
                  <a:lnTo>
                    <a:pt x="221" y="24"/>
                  </a:lnTo>
                  <a:lnTo>
                    <a:pt x="234" y="12"/>
                  </a:lnTo>
                  <a:lnTo>
                    <a:pt x="252" y="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DB002D3-B6A0-40D7-B485-B637AC6BC9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4069" y="685670"/>
              <a:ext cx="199205" cy="151344"/>
            </a:xfrm>
            <a:custGeom>
              <a:avLst/>
              <a:gdLst>
                <a:gd name="T0" fmla="*/ 75 w 616"/>
                <a:gd name="T1" fmla="*/ 3 h 469"/>
                <a:gd name="T2" fmla="*/ 97 w 616"/>
                <a:gd name="T3" fmla="*/ 23 h 469"/>
                <a:gd name="T4" fmla="*/ 143 w 616"/>
                <a:gd name="T5" fmla="*/ 291 h 469"/>
                <a:gd name="T6" fmla="*/ 266 w 616"/>
                <a:gd name="T7" fmla="*/ 24 h 469"/>
                <a:gd name="T8" fmla="*/ 294 w 616"/>
                <a:gd name="T9" fmla="*/ 3 h 469"/>
                <a:gd name="T10" fmla="*/ 322 w 616"/>
                <a:gd name="T11" fmla="*/ 0 h 469"/>
                <a:gd name="T12" fmla="*/ 347 w 616"/>
                <a:gd name="T13" fmla="*/ 11 h 469"/>
                <a:gd name="T14" fmla="*/ 360 w 616"/>
                <a:gd name="T15" fmla="*/ 28 h 469"/>
                <a:gd name="T16" fmla="*/ 406 w 616"/>
                <a:gd name="T17" fmla="*/ 291 h 469"/>
                <a:gd name="T18" fmla="*/ 527 w 616"/>
                <a:gd name="T19" fmla="*/ 23 h 469"/>
                <a:gd name="T20" fmla="*/ 553 w 616"/>
                <a:gd name="T21" fmla="*/ 3 h 469"/>
                <a:gd name="T22" fmla="*/ 583 w 616"/>
                <a:gd name="T23" fmla="*/ 1 h 469"/>
                <a:gd name="T24" fmla="*/ 607 w 616"/>
                <a:gd name="T25" fmla="*/ 14 h 469"/>
                <a:gd name="T26" fmla="*/ 616 w 616"/>
                <a:gd name="T27" fmla="*/ 38 h 469"/>
                <a:gd name="T28" fmla="*/ 615 w 616"/>
                <a:gd name="T29" fmla="*/ 54 h 469"/>
                <a:gd name="T30" fmla="*/ 613 w 616"/>
                <a:gd name="T31" fmla="*/ 62 h 469"/>
                <a:gd name="T32" fmla="*/ 444 w 616"/>
                <a:gd name="T33" fmla="*/ 426 h 469"/>
                <a:gd name="T34" fmla="*/ 417 w 616"/>
                <a:gd name="T35" fmla="*/ 457 h 469"/>
                <a:gd name="T36" fmla="*/ 380 w 616"/>
                <a:gd name="T37" fmla="*/ 469 h 469"/>
                <a:gd name="T38" fmla="*/ 356 w 616"/>
                <a:gd name="T39" fmla="*/ 464 h 469"/>
                <a:gd name="T40" fmla="*/ 338 w 616"/>
                <a:gd name="T41" fmla="*/ 447 h 469"/>
                <a:gd name="T42" fmla="*/ 328 w 616"/>
                <a:gd name="T43" fmla="*/ 425 h 469"/>
                <a:gd name="T44" fmla="*/ 183 w 616"/>
                <a:gd name="T45" fmla="*/ 426 h 469"/>
                <a:gd name="T46" fmla="*/ 156 w 616"/>
                <a:gd name="T47" fmla="*/ 457 h 469"/>
                <a:gd name="T48" fmla="*/ 126 w 616"/>
                <a:gd name="T49" fmla="*/ 468 h 469"/>
                <a:gd name="T50" fmla="*/ 97 w 616"/>
                <a:gd name="T51" fmla="*/ 465 h 469"/>
                <a:gd name="T52" fmla="*/ 77 w 616"/>
                <a:gd name="T53" fmla="*/ 450 h 469"/>
                <a:gd name="T54" fmla="*/ 66 w 616"/>
                <a:gd name="T55" fmla="*/ 427 h 469"/>
                <a:gd name="T56" fmla="*/ 0 w 616"/>
                <a:gd name="T57" fmla="*/ 57 h 469"/>
                <a:gd name="T58" fmla="*/ 3 w 616"/>
                <a:gd name="T59" fmla="*/ 37 h 469"/>
                <a:gd name="T60" fmla="*/ 19 w 616"/>
                <a:gd name="T61" fmla="*/ 14 h 469"/>
                <a:gd name="T62" fmla="*/ 46 w 616"/>
                <a:gd name="T63" fmla="*/ 1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6" h="469">
                  <a:moveTo>
                    <a:pt x="61" y="0"/>
                  </a:moveTo>
                  <a:lnTo>
                    <a:pt x="75" y="3"/>
                  </a:lnTo>
                  <a:lnTo>
                    <a:pt x="88" y="11"/>
                  </a:lnTo>
                  <a:lnTo>
                    <a:pt x="97" y="23"/>
                  </a:lnTo>
                  <a:lnTo>
                    <a:pt x="101" y="38"/>
                  </a:lnTo>
                  <a:lnTo>
                    <a:pt x="143" y="291"/>
                  </a:lnTo>
                  <a:lnTo>
                    <a:pt x="256" y="39"/>
                  </a:lnTo>
                  <a:lnTo>
                    <a:pt x="266" y="24"/>
                  </a:lnTo>
                  <a:lnTo>
                    <a:pt x="280" y="11"/>
                  </a:lnTo>
                  <a:lnTo>
                    <a:pt x="294" y="3"/>
                  </a:lnTo>
                  <a:lnTo>
                    <a:pt x="308" y="0"/>
                  </a:lnTo>
                  <a:lnTo>
                    <a:pt x="322" y="0"/>
                  </a:lnTo>
                  <a:lnTo>
                    <a:pt x="336" y="3"/>
                  </a:lnTo>
                  <a:lnTo>
                    <a:pt x="347" y="11"/>
                  </a:lnTo>
                  <a:lnTo>
                    <a:pt x="355" y="19"/>
                  </a:lnTo>
                  <a:lnTo>
                    <a:pt x="360" y="28"/>
                  </a:lnTo>
                  <a:lnTo>
                    <a:pt x="364" y="40"/>
                  </a:lnTo>
                  <a:lnTo>
                    <a:pt x="406" y="291"/>
                  </a:lnTo>
                  <a:lnTo>
                    <a:pt x="517" y="38"/>
                  </a:lnTo>
                  <a:lnTo>
                    <a:pt x="527" y="23"/>
                  </a:lnTo>
                  <a:lnTo>
                    <a:pt x="539" y="11"/>
                  </a:lnTo>
                  <a:lnTo>
                    <a:pt x="553" y="3"/>
                  </a:lnTo>
                  <a:lnTo>
                    <a:pt x="568" y="0"/>
                  </a:lnTo>
                  <a:lnTo>
                    <a:pt x="583" y="1"/>
                  </a:lnTo>
                  <a:lnTo>
                    <a:pt x="596" y="6"/>
                  </a:lnTo>
                  <a:lnTo>
                    <a:pt x="607" y="14"/>
                  </a:lnTo>
                  <a:lnTo>
                    <a:pt x="613" y="25"/>
                  </a:lnTo>
                  <a:lnTo>
                    <a:pt x="616" y="38"/>
                  </a:lnTo>
                  <a:lnTo>
                    <a:pt x="615" y="51"/>
                  </a:lnTo>
                  <a:lnTo>
                    <a:pt x="615" y="54"/>
                  </a:lnTo>
                  <a:lnTo>
                    <a:pt x="614" y="58"/>
                  </a:lnTo>
                  <a:lnTo>
                    <a:pt x="613" y="62"/>
                  </a:lnTo>
                  <a:lnTo>
                    <a:pt x="611" y="67"/>
                  </a:lnTo>
                  <a:lnTo>
                    <a:pt x="444" y="426"/>
                  </a:lnTo>
                  <a:lnTo>
                    <a:pt x="432" y="444"/>
                  </a:lnTo>
                  <a:lnTo>
                    <a:pt x="417" y="457"/>
                  </a:lnTo>
                  <a:lnTo>
                    <a:pt x="399" y="466"/>
                  </a:lnTo>
                  <a:lnTo>
                    <a:pt x="380" y="469"/>
                  </a:lnTo>
                  <a:lnTo>
                    <a:pt x="367" y="468"/>
                  </a:lnTo>
                  <a:lnTo>
                    <a:pt x="356" y="464"/>
                  </a:lnTo>
                  <a:lnTo>
                    <a:pt x="345" y="457"/>
                  </a:lnTo>
                  <a:lnTo>
                    <a:pt x="338" y="447"/>
                  </a:lnTo>
                  <a:lnTo>
                    <a:pt x="331" y="438"/>
                  </a:lnTo>
                  <a:lnTo>
                    <a:pt x="328" y="425"/>
                  </a:lnTo>
                  <a:lnTo>
                    <a:pt x="288" y="194"/>
                  </a:lnTo>
                  <a:lnTo>
                    <a:pt x="183" y="426"/>
                  </a:lnTo>
                  <a:lnTo>
                    <a:pt x="172" y="443"/>
                  </a:lnTo>
                  <a:lnTo>
                    <a:pt x="156" y="457"/>
                  </a:lnTo>
                  <a:lnTo>
                    <a:pt x="142" y="465"/>
                  </a:lnTo>
                  <a:lnTo>
                    <a:pt x="126" y="468"/>
                  </a:lnTo>
                  <a:lnTo>
                    <a:pt x="111" y="469"/>
                  </a:lnTo>
                  <a:lnTo>
                    <a:pt x="97" y="465"/>
                  </a:lnTo>
                  <a:lnTo>
                    <a:pt x="85" y="457"/>
                  </a:lnTo>
                  <a:lnTo>
                    <a:pt x="77" y="450"/>
                  </a:lnTo>
                  <a:lnTo>
                    <a:pt x="71" y="439"/>
                  </a:lnTo>
                  <a:lnTo>
                    <a:pt x="66" y="427"/>
                  </a:lnTo>
                  <a:lnTo>
                    <a:pt x="1" y="67"/>
                  </a:lnTo>
                  <a:lnTo>
                    <a:pt x="0" y="57"/>
                  </a:lnTo>
                  <a:lnTo>
                    <a:pt x="0" y="50"/>
                  </a:lnTo>
                  <a:lnTo>
                    <a:pt x="3" y="37"/>
                  </a:lnTo>
                  <a:lnTo>
                    <a:pt x="9" y="25"/>
                  </a:lnTo>
                  <a:lnTo>
                    <a:pt x="19" y="14"/>
                  </a:lnTo>
                  <a:lnTo>
                    <a:pt x="32" y="6"/>
                  </a:lnTo>
                  <a:lnTo>
                    <a:pt x="46" y="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172AC88-72C4-48E4-BD3E-971C54A769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656756" y="685670"/>
              <a:ext cx="139702" cy="151344"/>
            </a:xfrm>
            <a:custGeom>
              <a:avLst/>
              <a:gdLst>
                <a:gd name="T0" fmla="*/ 253 w 432"/>
                <a:gd name="T1" fmla="*/ 155 h 469"/>
                <a:gd name="T2" fmla="*/ 193 w 432"/>
                <a:gd name="T3" fmla="*/ 262 h 469"/>
                <a:gd name="T4" fmla="*/ 282 w 432"/>
                <a:gd name="T5" fmla="*/ 262 h 469"/>
                <a:gd name="T6" fmla="*/ 253 w 432"/>
                <a:gd name="T7" fmla="*/ 155 h 469"/>
                <a:gd name="T8" fmla="*/ 272 w 432"/>
                <a:gd name="T9" fmla="*/ 0 h 469"/>
                <a:gd name="T10" fmla="*/ 277 w 432"/>
                <a:gd name="T11" fmla="*/ 0 h 469"/>
                <a:gd name="T12" fmla="*/ 290 w 432"/>
                <a:gd name="T13" fmla="*/ 1 h 469"/>
                <a:gd name="T14" fmla="*/ 302 w 432"/>
                <a:gd name="T15" fmla="*/ 6 h 469"/>
                <a:gd name="T16" fmla="*/ 312 w 432"/>
                <a:gd name="T17" fmla="*/ 12 h 469"/>
                <a:gd name="T18" fmla="*/ 321 w 432"/>
                <a:gd name="T19" fmla="*/ 24 h 469"/>
                <a:gd name="T20" fmla="*/ 328 w 432"/>
                <a:gd name="T21" fmla="*/ 39 h 469"/>
                <a:gd name="T22" fmla="*/ 430 w 432"/>
                <a:gd name="T23" fmla="*/ 397 h 469"/>
                <a:gd name="T24" fmla="*/ 432 w 432"/>
                <a:gd name="T25" fmla="*/ 409 h 469"/>
                <a:gd name="T26" fmla="*/ 431 w 432"/>
                <a:gd name="T27" fmla="*/ 418 h 469"/>
                <a:gd name="T28" fmla="*/ 428 w 432"/>
                <a:gd name="T29" fmla="*/ 431 h 469"/>
                <a:gd name="T30" fmla="*/ 422 w 432"/>
                <a:gd name="T31" fmla="*/ 443 h 469"/>
                <a:gd name="T32" fmla="*/ 413 w 432"/>
                <a:gd name="T33" fmla="*/ 454 h 469"/>
                <a:gd name="T34" fmla="*/ 401 w 432"/>
                <a:gd name="T35" fmla="*/ 463 h 469"/>
                <a:gd name="T36" fmla="*/ 388 w 432"/>
                <a:gd name="T37" fmla="*/ 467 h 469"/>
                <a:gd name="T38" fmla="*/ 374 w 432"/>
                <a:gd name="T39" fmla="*/ 469 h 469"/>
                <a:gd name="T40" fmla="*/ 359 w 432"/>
                <a:gd name="T41" fmla="*/ 467 h 469"/>
                <a:gd name="T42" fmla="*/ 347 w 432"/>
                <a:gd name="T43" fmla="*/ 460 h 469"/>
                <a:gd name="T44" fmla="*/ 336 w 432"/>
                <a:gd name="T45" fmla="*/ 451 h 469"/>
                <a:gd name="T46" fmla="*/ 331 w 432"/>
                <a:gd name="T47" fmla="*/ 439 h 469"/>
                <a:gd name="T48" fmla="*/ 309 w 432"/>
                <a:gd name="T49" fmla="*/ 359 h 469"/>
                <a:gd name="T50" fmla="*/ 138 w 432"/>
                <a:gd name="T51" fmla="*/ 359 h 469"/>
                <a:gd name="T52" fmla="*/ 95 w 432"/>
                <a:gd name="T53" fmla="*/ 438 h 469"/>
                <a:gd name="T54" fmla="*/ 86 w 432"/>
                <a:gd name="T55" fmla="*/ 451 h 469"/>
                <a:gd name="T56" fmla="*/ 73 w 432"/>
                <a:gd name="T57" fmla="*/ 460 h 469"/>
                <a:gd name="T58" fmla="*/ 59 w 432"/>
                <a:gd name="T59" fmla="*/ 467 h 469"/>
                <a:gd name="T60" fmla="*/ 45 w 432"/>
                <a:gd name="T61" fmla="*/ 469 h 469"/>
                <a:gd name="T62" fmla="*/ 31 w 432"/>
                <a:gd name="T63" fmla="*/ 468 h 469"/>
                <a:gd name="T64" fmla="*/ 19 w 432"/>
                <a:gd name="T65" fmla="*/ 463 h 469"/>
                <a:gd name="T66" fmla="*/ 9 w 432"/>
                <a:gd name="T67" fmla="*/ 454 h 469"/>
                <a:gd name="T68" fmla="*/ 9 w 432"/>
                <a:gd name="T69" fmla="*/ 454 h 469"/>
                <a:gd name="T70" fmla="*/ 3 w 432"/>
                <a:gd name="T71" fmla="*/ 443 h 469"/>
                <a:gd name="T72" fmla="*/ 0 w 432"/>
                <a:gd name="T73" fmla="*/ 431 h 469"/>
                <a:gd name="T74" fmla="*/ 0 w 432"/>
                <a:gd name="T75" fmla="*/ 418 h 469"/>
                <a:gd name="T76" fmla="*/ 3 w 432"/>
                <a:gd name="T77" fmla="*/ 409 h 469"/>
                <a:gd name="T78" fmla="*/ 7 w 432"/>
                <a:gd name="T79" fmla="*/ 397 h 469"/>
                <a:gd name="T80" fmla="*/ 209 w 432"/>
                <a:gd name="T81" fmla="*/ 39 h 469"/>
                <a:gd name="T82" fmla="*/ 220 w 432"/>
                <a:gd name="T83" fmla="*/ 24 h 469"/>
                <a:gd name="T84" fmla="*/ 234 w 432"/>
                <a:gd name="T85" fmla="*/ 12 h 469"/>
                <a:gd name="T86" fmla="*/ 251 w 432"/>
                <a:gd name="T87" fmla="*/ 2 h 469"/>
                <a:gd name="T88" fmla="*/ 272 w 432"/>
                <a:gd name="T8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2" h="469">
                  <a:moveTo>
                    <a:pt x="253" y="155"/>
                  </a:moveTo>
                  <a:lnTo>
                    <a:pt x="193" y="262"/>
                  </a:lnTo>
                  <a:lnTo>
                    <a:pt x="282" y="262"/>
                  </a:lnTo>
                  <a:lnTo>
                    <a:pt x="253" y="155"/>
                  </a:lnTo>
                  <a:close/>
                  <a:moveTo>
                    <a:pt x="272" y="0"/>
                  </a:moveTo>
                  <a:lnTo>
                    <a:pt x="277" y="0"/>
                  </a:lnTo>
                  <a:lnTo>
                    <a:pt x="290" y="1"/>
                  </a:lnTo>
                  <a:lnTo>
                    <a:pt x="302" y="6"/>
                  </a:lnTo>
                  <a:lnTo>
                    <a:pt x="312" y="12"/>
                  </a:lnTo>
                  <a:lnTo>
                    <a:pt x="321" y="24"/>
                  </a:lnTo>
                  <a:lnTo>
                    <a:pt x="328" y="39"/>
                  </a:lnTo>
                  <a:lnTo>
                    <a:pt x="430" y="397"/>
                  </a:lnTo>
                  <a:lnTo>
                    <a:pt x="432" y="409"/>
                  </a:lnTo>
                  <a:lnTo>
                    <a:pt x="431" y="418"/>
                  </a:lnTo>
                  <a:lnTo>
                    <a:pt x="428" y="431"/>
                  </a:lnTo>
                  <a:lnTo>
                    <a:pt x="422" y="443"/>
                  </a:lnTo>
                  <a:lnTo>
                    <a:pt x="413" y="454"/>
                  </a:lnTo>
                  <a:lnTo>
                    <a:pt x="401" y="463"/>
                  </a:lnTo>
                  <a:lnTo>
                    <a:pt x="388" y="467"/>
                  </a:lnTo>
                  <a:lnTo>
                    <a:pt x="374" y="469"/>
                  </a:lnTo>
                  <a:lnTo>
                    <a:pt x="359" y="467"/>
                  </a:lnTo>
                  <a:lnTo>
                    <a:pt x="347" y="460"/>
                  </a:lnTo>
                  <a:lnTo>
                    <a:pt x="336" y="451"/>
                  </a:lnTo>
                  <a:lnTo>
                    <a:pt x="331" y="439"/>
                  </a:lnTo>
                  <a:lnTo>
                    <a:pt x="309" y="359"/>
                  </a:lnTo>
                  <a:lnTo>
                    <a:pt x="138" y="359"/>
                  </a:lnTo>
                  <a:lnTo>
                    <a:pt x="95" y="438"/>
                  </a:lnTo>
                  <a:lnTo>
                    <a:pt x="86" y="451"/>
                  </a:lnTo>
                  <a:lnTo>
                    <a:pt x="73" y="460"/>
                  </a:lnTo>
                  <a:lnTo>
                    <a:pt x="59" y="467"/>
                  </a:lnTo>
                  <a:lnTo>
                    <a:pt x="45" y="469"/>
                  </a:lnTo>
                  <a:lnTo>
                    <a:pt x="31" y="468"/>
                  </a:lnTo>
                  <a:lnTo>
                    <a:pt x="19" y="463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3" y="443"/>
                  </a:lnTo>
                  <a:lnTo>
                    <a:pt x="0" y="431"/>
                  </a:lnTo>
                  <a:lnTo>
                    <a:pt x="0" y="418"/>
                  </a:lnTo>
                  <a:lnTo>
                    <a:pt x="3" y="409"/>
                  </a:lnTo>
                  <a:lnTo>
                    <a:pt x="7" y="397"/>
                  </a:lnTo>
                  <a:lnTo>
                    <a:pt x="209" y="39"/>
                  </a:lnTo>
                  <a:lnTo>
                    <a:pt x="220" y="24"/>
                  </a:lnTo>
                  <a:lnTo>
                    <a:pt x="234" y="12"/>
                  </a:lnTo>
                  <a:lnTo>
                    <a:pt x="251" y="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69AAA22-AF70-4BF5-AF0E-2DC696D62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50786" y="752934"/>
              <a:ext cx="79553" cy="84080"/>
            </a:xfrm>
            <a:custGeom>
              <a:avLst/>
              <a:gdLst>
                <a:gd name="T0" fmla="*/ 120 w 246"/>
                <a:gd name="T1" fmla="*/ 0 h 260"/>
                <a:gd name="T2" fmla="*/ 239 w 246"/>
                <a:gd name="T3" fmla="*/ 179 h 260"/>
                <a:gd name="T4" fmla="*/ 243 w 246"/>
                <a:gd name="T5" fmla="*/ 186 h 260"/>
                <a:gd name="T6" fmla="*/ 246 w 246"/>
                <a:gd name="T7" fmla="*/ 195 h 260"/>
                <a:gd name="T8" fmla="*/ 246 w 246"/>
                <a:gd name="T9" fmla="*/ 209 h 260"/>
                <a:gd name="T10" fmla="*/ 242 w 246"/>
                <a:gd name="T11" fmla="*/ 222 h 260"/>
                <a:gd name="T12" fmla="*/ 236 w 246"/>
                <a:gd name="T13" fmla="*/ 234 h 260"/>
                <a:gd name="T14" fmla="*/ 226 w 246"/>
                <a:gd name="T15" fmla="*/ 245 h 260"/>
                <a:gd name="T16" fmla="*/ 215 w 246"/>
                <a:gd name="T17" fmla="*/ 254 h 260"/>
                <a:gd name="T18" fmla="*/ 203 w 246"/>
                <a:gd name="T19" fmla="*/ 258 h 260"/>
                <a:gd name="T20" fmla="*/ 187 w 246"/>
                <a:gd name="T21" fmla="*/ 260 h 260"/>
                <a:gd name="T22" fmla="*/ 172 w 246"/>
                <a:gd name="T23" fmla="*/ 258 h 260"/>
                <a:gd name="T24" fmla="*/ 160 w 246"/>
                <a:gd name="T25" fmla="*/ 250 h 260"/>
                <a:gd name="T26" fmla="*/ 150 w 246"/>
                <a:gd name="T27" fmla="*/ 240 h 260"/>
                <a:gd name="T28" fmla="*/ 0 w 246"/>
                <a:gd name="T29" fmla="*/ 2 h 260"/>
                <a:gd name="T30" fmla="*/ 120 w 246"/>
                <a:gd name="T31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60">
                  <a:moveTo>
                    <a:pt x="120" y="0"/>
                  </a:moveTo>
                  <a:lnTo>
                    <a:pt x="239" y="179"/>
                  </a:lnTo>
                  <a:lnTo>
                    <a:pt x="243" y="186"/>
                  </a:lnTo>
                  <a:lnTo>
                    <a:pt x="246" y="195"/>
                  </a:lnTo>
                  <a:lnTo>
                    <a:pt x="246" y="209"/>
                  </a:lnTo>
                  <a:lnTo>
                    <a:pt x="242" y="222"/>
                  </a:lnTo>
                  <a:lnTo>
                    <a:pt x="236" y="234"/>
                  </a:lnTo>
                  <a:lnTo>
                    <a:pt x="226" y="245"/>
                  </a:lnTo>
                  <a:lnTo>
                    <a:pt x="215" y="254"/>
                  </a:lnTo>
                  <a:lnTo>
                    <a:pt x="203" y="258"/>
                  </a:lnTo>
                  <a:lnTo>
                    <a:pt x="187" y="260"/>
                  </a:lnTo>
                  <a:lnTo>
                    <a:pt x="172" y="258"/>
                  </a:lnTo>
                  <a:lnTo>
                    <a:pt x="160" y="250"/>
                  </a:lnTo>
                  <a:lnTo>
                    <a:pt x="150" y="240"/>
                  </a:lnTo>
                  <a:lnTo>
                    <a:pt x="0" y="2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FA16FA8-1E2D-4417-8691-059C2C61B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809393" y="686317"/>
              <a:ext cx="133881" cy="150697"/>
            </a:xfrm>
            <a:custGeom>
              <a:avLst/>
              <a:gdLst>
                <a:gd name="T0" fmla="*/ 132 w 414"/>
                <a:gd name="T1" fmla="*/ 203 h 467"/>
                <a:gd name="T2" fmla="*/ 243 w 414"/>
                <a:gd name="T3" fmla="*/ 201 h 467"/>
                <a:gd name="T4" fmla="*/ 285 w 414"/>
                <a:gd name="T5" fmla="*/ 187 h 467"/>
                <a:gd name="T6" fmla="*/ 306 w 414"/>
                <a:gd name="T7" fmla="*/ 165 h 467"/>
                <a:gd name="T8" fmla="*/ 310 w 414"/>
                <a:gd name="T9" fmla="*/ 135 h 467"/>
                <a:gd name="T10" fmla="*/ 299 w 414"/>
                <a:gd name="T11" fmla="*/ 115 h 467"/>
                <a:gd name="T12" fmla="*/ 283 w 414"/>
                <a:gd name="T13" fmla="*/ 106 h 467"/>
                <a:gd name="T14" fmla="*/ 251 w 414"/>
                <a:gd name="T15" fmla="*/ 101 h 467"/>
                <a:gd name="T16" fmla="*/ 146 w 414"/>
                <a:gd name="T17" fmla="*/ 100 h 467"/>
                <a:gd name="T18" fmla="*/ 248 w 414"/>
                <a:gd name="T19" fmla="*/ 0 h 467"/>
                <a:gd name="T20" fmla="*/ 311 w 414"/>
                <a:gd name="T21" fmla="*/ 7 h 467"/>
                <a:gd name="T22" fmla="*/ 360 w 414"/>
                <a:gd name="T23" fmla="*/ 25 h 467"/>
                <a:gd name="T24" fmla="*/ 394 w 414"/>
                <a:gd name="T25" fmla="*/ 56 h 467"/>
                <a:gd name="T26" fmla="*/ 411 w 414"/>
                <a:gd name="T27" fmla="*/ 97 h 467"/>
                <a:gd name="T28" fmla="*/ 412 w 414"/>
                <a:gd name="T29" fmla="*/ 146 h 467"/>
                <a:gd name="T30" fmla="*/ 409 w 414"/>
                <a:gd name="T31" fmla="*/ 166 h 467"/>
                <a:gd name="T32" fmla="*/ 400 w 414"/>
                <a:gd name="T33" fmla="*/ 192 h 467"/>
                <a:gd name="T34" fmla="*/ 384 w 414"/>
                <a:gd name="T35" fmla="*/ 222 h 467"/>
                <a:gd name="T36" fmla="*/ 361 w 414"/>
                <a:gd name="T37" fmla="*/ 253 h 467"/>
                <a:gd name="T38" fmla="*/ 325 w 414"/>
                <a:gd name="T39" fmla="*/ 277 h 467"/>
                <a:gd name="T40" fmla="*/ 279 w 414"/>
                <a:gd name="T41" fmla="*/ 296 h 467"/>
                <a:gd name="T42" fmla="*/ 217 w 414"/>
                <a:gd name="T43" fmla="*/ 302 h 467"/>
                <a:gd name="T44" fmla="*/ 102 w 414"/>
                <a:gd name="T45" fmla="*/ 416 h 467"/>
                <a:gd name="T46" fmla="*/ 92 w 414"/>
                <a:gd name="T47" fmla="*/ 442 h 467"/>
                <a:gd name="T48" fmla="*/ 70 w 414"/>
                <a:gd name="T49" fmla="*/ 461 h 467"/>
                <a:gd name="T50" fmla="*/ 43 w 414"/>
                <a:gd name="T51" fmla="*/ 467 h 467"/>
                <a:gd name="T52" fmla="*/ 19 w 414"/>
                <a:gd name="T53" fmla="*/ 461 h 467"/>
                <a:gd name="T54" fmla="*/ 3 w 414"/>
                <a:gd name="T55" fmla="*/ 442 h 467"/>
                <a:gd name="T56" fmla="*/ 0 w 414"/>
                <a:gd name="T57" fmla="*/ 416 h 467"/>
                <a:gd name="T58" fmla="*/ 55 w 414"/>
                <a:gd name="T59" fmla="*/ 39 h 467"/>
                <a:gd name="T60" fmla="*/ 71 w 414"/>
                <a:gd name="T61" fmla="*/ 17 h 467"/>
                <a:gd name="T62" fmla="*/ 96 w 414"/>
                <a:gd name="T63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4" h="467">
                  <a:moveTo>
                    <a:pt x="146" y="100"/>
                  </a:moveTo>
                  <a:lnTo>
                    <a:pt x="132" y="203"/>
                  </a:lnTo>
                  <a:lnTo>
                    <a:pt x="215" y="203"/>
                  </a:lnTo>
                  <a:lnTo>
                    <a:pt x="243" y="201"/>
                  </a:lnTo>
                  <a:lnTo>
                    <a:pt x="266" y="195"/>
                  </a:lnTo>
                  <a:lnTo>
                    <a:pt x="285" y="187"/>
                  </a:lnTo>
                  <a:lnTo>
                    <a:pt x="298" y="177"/>
                  </a:lnTo>
                  <a:lnTo>
                    <a:pt x="306" y="165"/>
                  </a:lnTo>
                  <a:lnTo>
                    <a:pt x="310" y="150"/>
                  </a:lnTo>
                  <a:lnTo>
                    <a:pt x="310" y="135"/>
                  </a:lnTo>
                  <a:lnTo>
                    <a:pt x="307" y="123"/>
                  </a:lnTo>
                  <a:lnTo>
                    <a:pt x="299" y="115"/>
                  </a:lnTo>
                  <a:lnTo>
                    <a:pt x="293" y="110"/>
                  </a:lnTo>
                  <a:lnTo>
                    <a:pt x="283" y="106"/>
                  </a:lnTo>
                  <a:lnTo>
                    <a:pt x="269" y="103"/>
                  </a:lnTo>
                  <a:lnTo>
                    <a:pt x="251" y="101"/>
                  </a:lnTo>
                  <a:lnTo>
                    <a:pt x="227" y="100"/>
                  </a:lnTo>
                  <a:lnTo>
                    <a:pt x="146" y="100"/>
                  </a:lnTo>
                  <a:close/>
                  <a:moveTo>
                    <a:pt x="109" y="0"/>
                  </a:moveTo>
                  <a:lnTo>
                    <a:pt x="248" y="0"/>
                  </a:lnTo>
                  <a:lnTo>
                    <a:pt x="281" y="3"/>
                  </a:lnTo>
                  <a:lnTo>
                    <a:pt x="311" y="7"/>
                  </a:lnTo>
                  <a:lnTo>
                    <a:pt x="338" y="14"/>
                  </a:lnTo>
                  <a:lnTo>
                    <a:pt x="360" y="25"/>
                  </a:lnTo>
                  <a:lnTo>
                    <a:pt x="379" y="39"/>
                  </a:lnTo>
                  <a:lnTo>
                    <a:pt x="394" y="56"/>
                  </a:lnTo>
                  <a:lnTo>
                    <a:pt x="405" y="76"/>
                  </a:lnTo>
                  <a:lnTo>
                    <a:pt x="411" y="97"/>
                  </a:lnTo>
                  <a:lnTo>
                    <a:pt x="414" y="120"/>
                  </a:lnTo>
                  <a:lnTo>
                    <a:pt x="412" y="146"/>
                  </a:lnTo>
                  <a:lnTo>
                    <a:pt x="411" y="154"/>
                  </a:lnTo>
                  <a:lnTo>
                    <a:pt x="409" y="166"/>
                  </a:lnTo>
                  <a:lnTo>
                    <a:pt x="405" y="178"/>
                  </a:lnTo>
                  <a:lnTo>
                    <a:pt x="400" y="192"/>
                  </a:lnTo>
                  <a:lnTo>
                    <a:pt x="393" y="207"/>
                  </a:lnTo>
                  <a:lnTo>
                    <a:pt x="384" y="222"/>
                  </a:lnTo>
                  <a:lnTo>
                    <a:pt x="374" y="237"/>
                  </a:lnTo>
                  <a:lnTo>
                    <a:pt x="361" y="253"/>
                  </a:lnTo>
                  <a:lnTo>
                    <a:pt x="344" y="265"/>
                  </a:lnTo>
                  <a:lnTo>
                    <a:pt x="325" y="277"/>
                  </a:lnTo>
                  <a:lnTo>
                    <a:pt x="304" y="288"/>
                  </a:lnTo>
                  <a:lnTo>
                    <a:pt x="279" y="296"/>
                  </a:lnTo>
                  <a:lnTo>
                    <a:pt x="250" y="301"/>
                  </a:lnTo>
                  <a:lnTo>
                    <a:pt x="217" y="302"/>
                  </a:lnTo>
                  <a:lnTo>
                    <a:pt x="118" y="302"/>
                  </a:lnTo>
                  <a:lnTo>
                    <a:pt x="102" y="416"/>
                  </a:lnTo>
                  <a:lnTo>
                    <a:pt x="98" y="430"/>
                  </a:lnTo>
                  <a:lnTo>
                    <a:pt x="92" y="442"/>
                  </a:lnTo>
                  <a:lnTo>
                    <a:pt x="82" y="453"/>
                  </a:lnTo>
                  <a:lnTo>
                    <a:pt x="70" y="461"/>
                  </a:lnTo>
                  <a:lnTo>
                    <a:pt x="57" y="466"/>
                  </a:lnTo>
                  <a:lnTo>
                    <a:pt x="43" y="467"/>
                  </a:lnTo>
                  <a:lnTo>
                    <a:pt x="30" y="466"/>
                  </a:lnTo>
                  <a:lnTo>
                    <a:pt x="19" y="461"/>
                  </a:lnTo>
                  <a:lnTo>
                    <a:pt x="10" y="452"/>
                  </a:lnTo>
                  <a:lnTo>
                    <a:pt x="3" y="442"/>
                  </a:lnTo>
                  <a:lnTo>
                    <a:pt x="0" y="429"/>
                  </a:lnTo>
                  <a:lnTo>
                    <a:pt x="0" y="416"/>
                  </a:lnTo>
                  <a:lnTo>
                    <a:pt x="52" y="52"/>
                  </a:lnTo>
                  <a:lnTo>
                    <a:pt x="55" y="39"/>
                  </a:lnTo>
                  <a:lnTo>
                    <a:pt x="61" y="27"/>
                  </a:lnTo>
                  <a:lnTo>
                    <a:pt x="71" y="17"/>
                  </a:lnTo>
                  <a:lnTo>
                    <a:pt x="83" y="8"/>
                  </a:lnTo>
                  <a:lnTo>
                    <a:pt x="96" y="3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155F509-ED62-4FB6-AA70-A657678289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45861" y="686317"/>
              <a:ext cx="126120" cy="149403"/>
            </a:xfrm>
            <a:custGeom>
              <a:avLst/>
              <a:gdLst>
                <a:gd name="T0" fmla="*/ 109 w 390"/>
                <a:gd name="T1" fmla="*/ 0 h 464"/>
                <a:gd name="T2" fmla="*/ 348 w 390"/>
                <a:gd name="T3" fmla="*/ 0 h 464"/>
                <a:gd name="T4" fmla="*/ 361 w 390"/>
                <a:gd name="T5" fmla="*/ 3 h 464"/>
                <a:gd name="T6" fmla="*/ 371 w 390"/>
                <a:gd name="T7" fmla="*/ 7 h 464"/>
                <a:gd name="T8" fmla="*/ 381 w 390"/>
                <a:gd name="T9" fmla="*/ 15 h 464"/>
                <a:gd name="T10" fmla="*/ 388 w 390"/>
                <a:gd name="T11" fmla="*/ 25 h 464"/>
                <a:gd name="T12" fmla="*/ 390 w 390"/>
                <a:gd name="T13" fmla="*/ 37 h 464"/>
                <a:gd name="T14" fmla="*/ 390 w 390"/>
                <a:gd name="T15" fmla="*/ 50 h 464"/>
                <a:gd name="T16" fmla="*/ 386 w 390"/>
                <a:gd name="T17" fmla="*/ 64 h 464"/>
                <a:gd name="T18" fmla="*/ 380 w 390"/>
                <a:gd name="T19" fmla="*/ 76 h 464"/>
                <a:gd name="T20" fmla="*/ 370 w 390"/>
                <a:gd name="T21" fmla="*/ 86 h 464"/>
                <a:gd name="T22" fmla="*/ 358 w 390"/>
                <a:gd name="T23" fmla="*/ 93 h 464"/>
                <a:gd name="T24" fmla="*/ 347 w 390"/>
                <a:gd name="T25" fmla="*/ 97 h 464"/>
                <a:gd name="T26" fmla="*/ 334 w 390"/>
                <a:gd name="T27" fmla="*/ 100 h 464"/>
                <a:gd name="T28" fmla="*/ 146 w 390"/>
                <a:gd name="T29" fmla="*/ 100 h 464"/>
                <a:gd name="T30" fmla="*/ 135 w 390"/>
                <a:gd name="T31" fmla="*/ 183 h 464"/>
                <a:gd name="T32" fmla="*/ 300 w 390"/>
                <a:gd name="T33" fmla="*/ 183 h 464"/>
                <a:gd name="T34" fmla="*/ 313 w 390"/>
                <a:gd name="T35" fmla="*/ 185 h 464"/>
                <a:gd name="T36" fmla="*/ 324 w 390"/>
                <a:gd name="T37" fmla="*/ 189 h 464"/>
                <a:gd name="T38" fmla="*/ 334 w 390"/>
                <a:gd name="T39" fmla="*/ 198 h 464"/>
                <a:gd name="T40" fmla="*/ 340 w 390"/>
                <a:gd name="T41" fmla="*/ 207 h 464"/>
                <a:gd name="T42" fmla="*/ 343 w 390"/>
                <a:gd name="T43" fmla="*/ 219 h 464"/>
                <a:gd name="T44" fmla="*/ 343 w 390"/>
                <a:gd name="T45" fmla="*/ 232 h 464"/>
                <a:gd name="T46" fmla="*/ 339 w 390"/>
                <a:gd name="T47" fmla="*/ 246 h 464"/>
                <a:gd name="T48" fmla="*/ 333 w 390"/>
                <a:gd name="T49" fmla="*/ 258 h 464"/>
                <a:gd name="T50" fmla="*/ 323 w 390"/>
                <a:gd name="T51" fmla="*/ 268 h 464"/>
                <a:gd name="T52" fmla="*/ 312 w 390"/>
                <a:gd name="T53" fmla="*/ 275 h 464"/>
                <a:gd name="T54" fmla="*/ 299 w 390"/>
                <a:gd name="T55" fmla="*/ 279 h 464"/>
                <a:gd name="T56" fmla="*/ 286 w 390"/>
                <a:gd name="T57" fmla="*/ 282 h 464"/>
                <a:gd name="T58" fmla="*/ 121 w 390"/>
                <a:gd name="T59" fmla="*/ 282 h 464"/>
                <a:gd name="T60" fmla="*/ 109 w 390"/>
                <a:gd name="T61" fmla="*/ 366 h 464"/>
                <a:gd name="T62" fmla="*/ 296 w 390"/>
                <a:gd name="T63" fmla="*/ 366 h 464"/>
                <a:gd name="T64" fmla="*/ 309 w 390"/>
                <a:gd name="T65" fmla="*/ 367 h 464"/>
                <a:gd name="T66" fmla="*/ 320 w 390"/>
                <a:gd name="T67" fmla="*/ 372 h 464"/>
                <a:gd name="T68" fmla="*/ 329 w 390"/>
                <a:gd name="T69" fmla="*/ 380 h 464"/>
                <a:gd name="T70" fmla="*/ 336 w 390"/>
                <a:gd name="T71" fmla="*/ 390 h 464"/>
                <a:gd name="T72" fmla="*/ 339 w 390"/>
                <a:gd name="T73" fmla="*/ 402 h 464"/>
                <a:gd name="T74" fmla="*/ 339 w 390"/>
                <a:gd name="T75" fmla="*/ 415 h 464"/>
                <a:gd name="T76" fmla="*/ 335 w 390"/>
                <a:gd name="T77" fmla="*/ 428 h 464"/>
                <a:gd name="T78" fmla="*/ 328 w 390"/>
                <a:gd name="T79" fmla="*/ 440 h 464"/>
                <a:gd name="T80" fmla="*/ 319 w 390"/>
                <a:gd name="T81" fmla="*/ 450 h 464"/>
                <a:gd name="T82" fmla="*/ 308 w 390"/>
                <a:gd name="T83" fmla="*/ 458 h 464"/>
                <a:gd name="T84" fmla="*/ 295 w 390"/>
                <a:gd name="T85" fmla="*/ 463 h 464"/>
                <a:gd name="T86" fmla="*/ 282 w 390"/>
                <a:gd name="T87" fmla="*/ 464 h 464"/>
                <a:gd name="T88" fmla="*/ 44 w 390"/>
                <a:gd name="T89" fmla="*/ 464 h 464"/>
                <a:gd name="T90" fmla="*/ 31 w 390"/>
                <a:gd name="T91" fmla="*/ 463 h 464"/>
                <a:gd name="T92" fmla="*/ 19 w 390"/>
                <a:gd name="T93" fmla="*/ 457 h 464"/>
                <a:gd name="T94" fmla="*/ 10 w 390"/>
                <a:gd name="T95" fmla="*/ 450 h 464"/>
                <a:gd name="T96" fmla="*/ 3 w 390"/>
                <a:gd name="T97" fmla="*/ 439 h 464"/>
                <a:gd name="T98" fmla="*/ 0 w 390"/>
                <a:gd name="T99" fmla="*/ 427 h 464"/>
                <a:gd name="T100" fmla="*/ 1 w 390"/>
                <a:gd name="T101" fmla="*/ 413 h 464"/>
                <a:gd name="T102" fmla="*/ 52 w 390"/>
                <a:gd name="T103" fmla="*/ 52 h 464"/>
                <a:gd name="T104" fmla="*/ 55 w 390"/>
                <a:gd name="T105" fmla="*/ 39 h 464"/>
                <a:gd name="T106" fmla="*/ 61 w 390"/>
                <a:gd name="T107" fmla="*/ 27 h 464"/>
                <a:gd name="T108" fmla="*/ 71 w 390"/>
                <a:gd name="T109" fmla="*/ 17 h 464"/>
                <a:gd name="T110" fmla="*/ 83 w 390"/>
                <a:gd name="T111" fmla="*/ 8 h 464"/>
                <a:gd name="T112" fmla="*/ 96 w 390"/>
                <a:gd name="T113" fmla="*/ 3 h 464"/>
                <a:gd name="T114" fmla="*/ 109 w 390"/>
                <a:gd name="T115" fmla="*/ 0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0" h="464">
                  <a:moveTo>
                    <a:pt x="109" y="0"/>
                  </a:moveTo>
                  <a:lnTo>
                    <a:pt x="348" y="0"/>
                  </a:lnTo>
                  <a:lnTo>
                    <a:pt x="361" y="3"/>
                  </a:lnTo>
                  <a:lnTo>
                    <a:pt x="371" y="7"/>
                  </a:lnTo>
                  <a:lnTo>
                    <a:pt x="381" y="15"/>
                  </a:lnTo>
                  <a:lnTo>
                    <a:pt x="388" y="25"/>
                  </a:lnTo>
                  <a:lnTo>
                    <a:pt x="390" y="37"/>
                  </a:lnTo>
                  <a:lnTo>
                    <a:pt x="390" y="50"/>
                  </a:lnTo>
                  <a:lnTo>
                    <a:pt x="386" y="64"/>
                  </a:lnTo>
                  <a:lnTo>
                    <a:pt x="380" y="76"/>
                  </a:lnTo>
                  <a:lnTo>
                    <a:pt x="370" y="86"/>
                  </a:lnTo>
                  <a:lnTo>
                    <a:pt x="358" y="93"/>
                  </a:lnTo>
                  <a:lnTo>
                    <a:pt x="347" y="97"/>
                  </a:lnTo>
                  <a:lnTo>
                    <a:pt x="334" y="100"/>
                  </a:lnTo>
                  <a:lnTo>
                    <a:pt x="146" y="100"/>
                  </a:lnTo>
                  <a:lnTo>
                    <a:pt x="135" y="183"/>
                  </a:lnTo>
                  <a:lnTo>
                    <a:pt x="300" y="183"/>
                  </a:lnTo>
                  <a:lnTo>
                    <a:pt x="313" y="185"/>
                  </a:lnTo>
                  <a:lnTo>
                    <a:pt x="324" y="189"/>
                  </a:lnTo>
                  <a:lnTo>
                    <a:pt x="334" y="198"/>
                  </a:lnTo>
                  <a:lnTo>
                    <a:pt x="340" y="207"/>
                  </a:lnTo>
                  <a:lnTo>
                    <a:pt x="343" y="219"/>
                  </a:lnTo>
                  <a:lnTo>
                    <a:pt x="343" y="232"/>
                  </a:lnTo>
                  <a:lnTo>
                    <a:pt x="339" y="246"/>
                  </a:lnTo>
                  <a:lnTo>
                    <a:pt x="333" y="258"/>
                  </a:lnTo>
                  <a:lnTo>
                    <a:pt x="323" y="268"/>
                  </a:lnTo>
                  <a:lnTo>
                    <a:pt x="312" y="275"/>
                  </a:lnTo>
                  <a:lnTo>
                    <a:pt x="299" y="279"/>
                  </a:lnTo>
                  <a:lnTo>
                    <a:pt x="286" y="282"/>
                  </a:lnTo>
                  <a:lnTo>
                    <a:pt x="121" y="282"/>
                  </a:lnTo>
                  <a:lnTo>
                    <a:pt x="109" y="366"/>
                  </a:lnTo>
                  <a:lnTo>
                    <a:pt x="296" y="366"/>
                  </a:lnTo>
                  <a:lnTo>
                    <a:pt x="309" y="367"/>
                  </a:lnTo>
                  <a:lnTo>
                    <a:pt x="320" y="372"/>
                  </a:lnTo>
                  <a:lnTo>
                    <a:pt x="329" y="380"/>
                  </a:lnTo>
                  <a:lnTo>
                    <a:pt x="336" y="390"/>
                  </a:lnTo>
                  <a:lnTo>
                    <a:pt x="339" y="402"/>
                  </a:lnTo>
                  <a:lnTo>
                    <a:pt x="339" y="415"/>
                  </a:lnTo>
                  <a:lnTo>
                    <a:pt x="335" y="428"/>
                  </a:lnTo>
                  <a:lnTo>
                    <a:pt x="328" y="440"/>
                  </a:lnTo>
                  <a:lnTo>
                    <a:pt x="319" y="450"/>
                  </a:lnTo>
                  <a:lnTo>
                    <a:pt x="308" y="458"/>
                  </a:lnTo>
                  <a:lnTo>
                    <a:pt x="295" y="463"/>
                  </a:lnTo>
                  <a:lnTo>
                    <a:pt x="282" y="464"/>
                  </a:lnTo>
                  <a:lnTo>
                    <a:pt x="44" y="464"/>
                  </a:lnTo>
                  <a:lnTo>
                    <a:pt x="31" y="463"/>
                  </a:lnTo>
                  <a:lnTo>
                    <a:pt x="19" y="457"/>
                  </a:lnTo>
                  <a:lnTo>
                    <a:pt x="10" y="450"/>
                  </a:lnTo>
                  <a:lnTo>
                    <a:pt x="3" y="439"/>
                  </a:lnTo>
                  <a:lnTo>
                    <a:pt x="0" y="427"/>
                  </a:lnTo>
                  <a:lnTo>
                    <a:pt x="1" y="413"/>
                  </a:lnTo>
                  <a:lnTo>
                    <a:pt x="52" y="52"/>
                  </a:lnTo>
                  <a:lnTo>
                    <a:pt x="55" y="39"/>
                  </a:lnTo>
                  <a:lnTo>
                    <a:pt x="61" y="27"/>
                  </a:lnTo>
                  <a:lnTo>
                    <a:pt x="71" y="17"/>
                  </a:lnTo>
                  <a:lnTo>
                    <a:pt x="83" y="8"/>
                  </a:lnTo>
                  <a:lnTo>
                    <a:pt x="96" y="3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CDD5208-8A66-4608-A9DE-A823CCE9ED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2997" y="714204"/>
            <a:ext cx="10290310" cy="436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6639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33EBD5-0A78-47AF-8B2F-A384AD51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C55C-2808-4E18-9DE5-4DF18E668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1B850-0086-442A-BCC6-8D9BB4353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7497AF42-E138-4EFD-821A-9ED3D332E171}" type="datetimeFigureOut">
              <a:rPr lang="en-ID" smtClean="0"/>
              <a:pPr/>
              <a:t>22/09/2022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7A018-A014-4713-8A19-B344DCF3A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5F920-49B0-4EB5-85A3-1AED74902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6745" y="63424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9CD8EDDF-A5D3-4513-ADCF-539F8DC1A252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819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49" r:id="rId2"/>
    <p:sldLayoutId id="2147483650" r:id="rId3"/>
    <p:sldLayoutId id="2147483666" r:id="rId4"/>
    <p:sldLayoutId id="2147483668" r:id="rId5"/>
    <p:sldLayoutId id="2147483665" r:id="rId6"/>
    <p:sldLayoutId id="2147483652" r:id="rId7"/>
    <p:sldLayoutId id="2147483655" r:id="rId8"/>
    <p:sldLayoutId id="2147483656" r:id="rId9"/>
    <p:sldLayoutId id="2147483660" r:id="rId10"/>
    <p:sldLayoutId id="2147483667" r:id="rId11"/>
    <p:sldLayoutId id="2147483676" r:id="rId12"/>
    <p:sldLayoutId id="2147483677" r:id="rId13"/>
  </p:sldLayoutIdLst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ID" sz="3197" kern="1200" dirty="0">
          <a:solidFill>
            <a:srgbClr val="4D4D4D"/>
          </a:solidFill>
          <a:latin typeface="Lato" panose="020F0502020204030203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base" latinLnBrk="0" hangingPunct="1">
        <a:lnSpc>
          <a:spcPct val="90000"/>
        </a:lnSpc>
        <a:spcBef>
          <a:spcPct val="20000"/>
        </a:spcBef>
        <a:spcAft>
          <a:spcPct val="0"/>
        </a:spcAft>
        <a:buClr>
          <a:srgbClr val="4D4D4D"/>
        </a:buClr>
        <a:buFont typeface="Arial" panose="020B0604020202020204" pitchFamily="34" charset="0"/>
        <a:buChar char="•"/>
        <a:defRPr lang="en-US" sz="2398" kern="1200" dirty="0">
          <a:solidFill>
            <a:srgbClr val="4D4D4D"/>
          </a:solidFill>
          <a:latin typeface="Lato" panose="020F0502020204030203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fontAlgn="base" latinLnBrk="0" hangingPunct="1">
        <a:lnSpc>
          <a:spcPct val="90000"/>
        </a:lnSpc>
        <a:spcBef>
          <a:spcPct val="20000"/>
        </a:spcBef>
        <a:spcAft>
          <a:spcPct val="0"/>
        </a:spcAft>
        <a:buClr>
          <a:srgbClr val="4D4D4D"/>
        </a:buClr>
        <a:buFont typeface="Arial" panose="020B0604020202020204" pitchFamily="34" charset="0"/>
        <a:buChar char="•"/>
        <a:defRPr lang="en-US" sz="2398" kern="1200" dirty="0">
          <a:solidFill>
            <a:srgbClr val="4D4D4D"/>
          </a:solidFill>
          <a:latin typeface="Lato" panose="020F0502020204030203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fontAlgn="base" latinLnBrk="0" hangingPunct="1">
        <a:lnSpc>
          <a:spcPct val="90000"/>
        </a:lnSpc>
        <a:spcBef>
          <a:spcPct val="20000"/>
        </a:spcBef>
        <a:spcAft>
          <a:spcPct val="0"/>
        </a:spcAft>
        <a:buClr>
          <a:srgbClr val="4D4D4D"/>
        </a:buClr>
        <a:buFont typeface="Arial" panose="020B0604020202020204" pitchFamily="34" charset="0"/>
        <a:buChar char="•"/>
        <a:defRPr lang="en-US" sz="2398" kern="1200" dirty="0">
          <a:solidFill>
            <a:srgbClr val="4D4D4D"/>
          </a:solidFill>
          <a:latin typeface="Lato" panose="020F0502020204030203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fontAlgn="base" latinLnBrk="0" hangingPunct="1">
        <a:lnSpc>
          <a:spcPct val="90000"/>
        </a:lnSpc>
        <a:spcBef>
          <a:spcPct val="20000"/>
        </a:spcBef>
        <a:spcAft>
          <a:spcPct val="0"/>
        </a:spcAft>
        <a:buClr>
          <a:srgbClr val="4D4D4D"/>
        </a:buClr>
        <a:buFont typeface="Arial" panose="020B0604020202020204" pitchFamily="34" charset="0"/>
        <a:buChar char="•"/>
        <a:defRPr lang="en-US" sz="2398" kern="1200" dirty="0">
          <a:solidFill>
            <a:srgbClr val="4D4D4D"/>
          </a:solidFill>
          <a:latin typeface="Lato" panose="020F05020202040302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fontAlgn="base" latinLnBrk="0" hangingPunct="1">
        <a:lnSpc>
          <a:spcPct val="90000"/>
        </a:lnSpc>
        <a:spcBef>
          <a:spcPct val="20000"/>
        </a:spcBef>
        <a:spcAft>
          <a:spcPct val="0"/>
        </a:spcAft>
        <a:buClr>
          <a:srgbClr val="4D4D4D"/>
        </a:buClr>
        <a:buFont typeface="Arial" panose="020B0604020202020204" pitchFamily="34" charset="0"/>
        <a:buChar char="•"/>
        <a:defRPr lang="en-ID" sz="2398" kern="1200" dirty="0">
          <a:solidFill>
            <a:srgbClr val="4D4D4D"/>
          </a:solidFill>
          <a:latin typeface="Lato" panose="020F05020202040302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FBB8D1-2338-4630-BB4D-011D65CE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051" y="1207443"/>
            <a:ext cx="5080000" cy="886397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accent2"/>
                </a:solidFill>
              </a:rPr>
              <a:t>Belfius Insurance DevOps Implementation Plan</a:t>
            </a:r>
            <a:endParaRPr lang="en-US" sz="3200" dirty="0">
              <a:solidFill>
                <a:schemeClr val="accent2"/>
              </a:solidFill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347344B3-255C-4A6F-8F94-5CF1AE89BF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6" r="16496"/>
          <a:stretch/>
        </p:blipFill>
        <p:spPr>
          <a:xfrm>
            <a:off x="1" y="227915"/>
            <a:ext cx="7990449" cy="6402170"/>
          </a:xfr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B709A0-9A6E-48A1-87FF-1DF6A56AA5CB}"/>
              </a:ext>
            </a:extLst>
          </p:cNvPr>
          <p:cNvCxnSpPr>
            <a:cxnSpLocks/>
          </p:cNvCxnSpPr>
          <p:nvPr/>
        </p:nvCxnSpPr>
        <p:spPr>
          <a:xfrm>
            <a:off x="7602207" y="2093841"/>
            <a:ext cx="409448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48091D1-0373-490A-9D6C-24BED1AAADE5}"/>
              </a:ext>
            </a:extLst>
          </p:cNvPr>
          <p:cNvSpPr/>
          <p:nvPr/>
        </p:nvSpPr>
        <p:spPr>
          <a:xfrm>
            <a:off x="7419327" y="2075240"/>
            <a:ext cx="62048" cy="47635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8B15483-A9BA-4C3C-B538-DC3E8889A09B}"/>
              </a:ext>
            </a:extLst>
          </p:cNvPr>
          <p:cNvSpPr/>
          <p:nvPr/>
        </p:nvSpPr>
        <p:spPr>
          <a:xfrm>
            <a:off x="7262573" y="2070023"/>
            <a:ext cx="62048" cy="47635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B49ABCB0-CE92-4444-B4EB-489B6AD61559}"/>
              </a:ext>
            </a:extLst>
          </p:cNvPr>
          <p:cNvSpPr/>
          <p:nvPr/>
        </p:nvSpPr>
        <p:spPr>
          <a:xfrm>
            <a:off x="7105819" y="2070023"/>
            <a:ext cx="62048" cy="47635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63299D-F4C9-4291-AFC2-74FB5AA7E915}"/>
              </a:ext>
            </a:extLst>
          </p:cNvPr>
          <p:cNvSpPr/>
          <p:nvPr/>
        </p:nvSpPr>
        <p:spPr>
          <a:xfrm>
            <a:off x="8455689" y="5650557"/>
            <a:ext cx="3694545" cy="912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EE292F"/>
                </a:solidFill>
                <a:latin typeface="Lato Heavy"/>
              </a:rPr>
              <a:t>17-Dec-2021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7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FE786C-1164-4F78-BCF4-F82DE7BC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13" y="102573"/>
            <a:ext cx="8965524" cy="452432"/>
          </a:xfrm>
        </p:spPr>
        <p:txBody>
          <a:bodyPr/>
          <a:lstStyle/>
          <a:p>
            <a:r>
              <a:rPr lang="en-US" dirty="0"/>
              <a:t>Hexaware’s DevOps Vision for Belins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ABC97-A7E0-4DDB-A108-6B4BDA7F380B}"/>
              </a:ext>
            </a:extLst>
          </p:cNvPr>
          <p:cNvSpPr/>
          <p:nvPr/>
        </p:nvSpPr>
        <p:spPr>
          <a:xfrm>
            <a:off x="162922" y="878243"/>
            <a:ext cx="11986874" cy="950557"/>
          </a:xfrm>
          <a:prstGeom prst="rect">
            <a:avLst/>
          </a:prstGeom>
          <a:solidFill>
            <a:srgbClr val="C30045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1600" dirty="0">
                <a:solidFill>
                  <a:schemeClr val="bg1"/>
                </a:solidFill>
                <a:cs typeface="Calibri" panose="020F0502020204030204" pitchFamily="34" charset="0"/>
              </a:rPr>
              <a:t>T</a:t>
            </a:r>
            <a:r>
              <a:rPr lang="en-IN" sz="1600" dirty="0">
                <a:cs typeface="Calibri" panose="020F0502020204030204" pitchFamily="34" charset="0"/>
              </a:rPr>
              <a:t>he Hexaware team performed an in-depth DevOps assessment of Belfius Insurance current DevOps practices. Based on the outcome of the assessment , Hexaware has prepared an implementation plan to enable and improve DevOps Maturity at Belins . </a:t>
            </a:r>
            <a:endParaRPr lang="en-US" sz="1600" dirty="0">
              <a:solidFill>
                <a:schemeClr val="bg1"/>
              </a:solidFill>
              <a:highlight>
                <a:srgbClr val="FFFF00"/>
              </a:highlight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35D63E-B140-48D1-8B5A-41BB3724FA54}"/>
              </a:ext>
            </a:extLst>
          </p:cNvPr>
          <p:cNvGrpSpPr/>
          <p:nvPr/>
        </p:nvGrpSpPr>
        <p:grpSpPr>
          <a:xfrm>
            <a:off x="113660" y="2391261"/>
            <a:ext cx="10607470" cy="830997"/>
            <a:chOff x="-57431" y="2910619"/>
            <a:chExt cx="10607470" cy="8309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B9514B-B601-40F2-A0FD-0BDC30952B66}"/>
                </a:ext>
              </a:extLst>
            </p:cNvPr>
            <p:cNvSpPr/>
            <p:nvPr/>
          </p:nvSpPr>
          <p:spPr>
            <a:xfrm>
              <a:off x="322217" y="3002793"/>
              <a:ext cx="1876865" cy="680906"/>
            </a:xfrm>
            <a:prstGeom prst="rect">
              <a:avLst/>
            </a:prstGeom>
            <a:gradFill flip="none" rotWithShape="1">
              <a:gsLst>
                <a:gs pos="0">
                  <a:srgbClr val="C80047">
                    <a:shade val="30000"/>
                    <a:satMod val="115000"/>
                  </a:srgbClr>
                </a:gs>
                <a:gs pos="50000">
                  <a:srgbClr val="C80047">
                    <a:shade val="67500"/>
                    <a:satMod val="115000"/>
                  </a:srgbClr>
                </a:gs>
                <a:gs pos="100000">
                  <a:srgbClr val="C80047">
                    <a:shade val="100000"/>
                    <a:satMod val="115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b="1" dirty="0">
                  <a:solidFill>
                    <a:schemeClr val="bg1"/>
                  </a:solidFill>
                  <a:cs typeface="Calibri" panose="020F0502020204030204" pitchFamily="34" charset="0"/>
                </a:rPr>
                <a:t>Objectives</a:t>
              </a:r>
              <a:endParaRPr lang="en-US" b="1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21A063-EFE8-406F-8879-FF5C17840DB2}"/>
                </a:ext>
              </a:extLst>
            </p:cNvPr>
            <p:cNvSpPr/>
            <p:nvPr/>
          </p:nvSpPr>
          <p:spPr>
            <a:xfrm>
              <a:off x="2246811" y="2910619"/>
              <a:ext cx="1876866" cy="83099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00" dirty="0">
                  <a:cs typeface="Calibri" panose="020F0502020204030204" pitchFamily="34" charset="0"/>
                </a:rPr>
                <a:t>Build a matured DevOps Framework using the existing tools and technologies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E47FD5-CA5F-4D4C-A96C-1195D00FAAAA}"/>
                </a:ext>
              </a:extLst>
            </p:cNvPr>
            <p:cNvSpPr/>
            <p:nvPr/>
          </p:nvSpPr>
          <p:spPr>
            <a:xfrm>
              <a:off x="4011177" y="3002793"/>
              <a:ext cx="1606136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00" dirty="0">
                  <a:cs typeface="Calibri" panose="020F0502020204030204" pitchFamily="34" charset="0"/>
                </a:rPr>
                <a:t>To Standardize the DevOps Processes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E0A9A4-A95F-4359-BA60-9B06BA0B8505}"/>
                </a:ext>
              </a:extLst>
            </p:cNvPr>
            <p:cNvSpPr/>
            <p:nvPr/>
          </p:nvSpPr>
          <p:spPr>
            <a:xfrm>
              <a:off x="5469131" y="3001755"/>
              <a:ext cx="1876866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00" dirty="0">
                  <a:cs typeface="Calibri" panose="020F0502020204030204" pitchFamily="34" charset="0"/>
                </a:rPr>
                <a:t>Improve release management and release flexibility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832257-4C42-44C3-8066-5D315C19FDDE}"/>
                </a:ext>
              </a:extLst>
            </p:cNvPr>
            <p:cNvSpPr/>
            <p:nvPr/>
          </p:nvSpPr>
          <p:spPr>
            <a:xfrm>
              <a:off x="7381679" y="3045831"/>
              <a:ext cx="1876866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00" dirty="0">
                  <a:cs typeface="Calibri" panose="020F0502020204030204" pitchFamily="34" charset="0"/>
                </a:rPr>
                <a:t>End to end Automation of CI/CD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B1001E-1F25-4F54-BF65-1B71BE5FACC7}"/>
                </a:ext>
              </a:extLst>
            </p:cNvPr>
            <p:cNvSpPr/>
            <p:nvPr/>
          </p:nvSpPr>
          <p:spPr>
            <a:xfrm>
              <a:off x="9057090" y="3001754"/>
              <a:ext cx="1492949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00" dirty="0">
                  <a:cs typeface="Calibri" panose="020F0502020204030204" pitchFamily="34" charset="0"/>
                </a:rPr>
                <a:t>Integration of Automation testing into CI/CD</a:t>
              </a:r>
            </a:p>
          </p:txBody>
        </p:sp>
        <p:grpSp>
          <p:nvGrpSpPr>
            <p:cNvPr id="13" name="Group 134">
              <a:extLst>
                <a:ext uri="{FF2B5EF4-FFF2-40B4-BE49-F238E27FC236}">
                  <a16:creationId xmlns:a16="http://schemas.microsoft.com/office/drawing/2014/main" id="{B4F102C5-CDD3-441C-A9F0-8FA10948EB57}"/>
                </a:ext>
              </a:extLst>
            </p:cNvPr>
            <p:cNvGrpSpPr/>
            <p:nvPr/>
          </p:nvGrpSpPr>
          <p:grpSpPr>
            <a:xfrm>
              <a:off x="-57431" y="3035017"/>
              <a:ext cx="382085" cy="485252"/>
              <a:chOff x="412750" y="3943350"/>
              <a:chExt cx="754063" cy="739775"/>
            </a:xfrm>
            <a:solidFill>
              <a:schemeClr val="accent2"/>
            </a:solidFill>
          </p:grpSpPr>
          <p:sp>
            <p:nvSpPr>
              <p:cNvPr id="14" name="Freeform 72">
                <a:extLst>
                  <a:ext uri="{FF2B5EF4-FFF2-40B4-BE49-F238E27FC236}">
                    <a16:creationId xmlns:a16="http://schemas.microsoft.com/office/drawing/2014/main" id="{A9D9DF0C-0471-49C5-B09C-15D3182F2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" y="4102100"/>
                <a:ext cx="581025" cy="581025"/>
              </a:xfrm>
              <a:custGeom>
                <a:avLst/>
                <a:gdLst/>
                <a:ahLst/>
                <a:cxnLst>
                  <a:cxn ang="0">
                    <a:pos x="653" y="265"/>
                  </a:cxn>
                  <a:cxn ang="0">
                    <a:pos x="676" y="380"/>
                  </a:cxn>
                  <a:cxn ang="0">
                    <a:pos x="653" y="495"/>
                  </a:cxn>
                  <a:cxn ang="0">
                    <a:pos x="589" y="589"/>
                  </a:cxn>
                  <a:cxn ang="0">
                    <a:pos x="495" y="652"/>
                  </a:cxn>
                  <a:cxn ang="0">
                    <a:pos x="380" y="676"/>
                  </a:cxn>
                  <a:cxn ang="0">
                    <a:pos x="265" y="652"/>
                  </a:cxn>
                  <a:cxn ang="0">
                    <a:pos x="171" y="589"/>
                  </a:cxn>
                  <a:cxn ang="0">
                    <a:pos x="108" y="495"/>
                  </a:cxn>
                  <a:cxn ang="0">
                    <a:pos x="85" y="380"/>
                  </a:cxn>
                  <a:cxn ang="0">
                    <a:pos x="108" y="265"/>
                  </a:cxn>
                  <a:cxn ang="0">
                    <a:pos x="171" y="171"/>
                  </a:cxn>
                  <a:cxn ang="0">
                    <a:pos x="265" y="108"/>
                  </a:cxn>
                  <a:cxn ang="0">
                    <a:pos x="380" y="84"/>
                  </a:cxn>
                  <a:cxn ang="0">
                    <a:pos x="495" y="108"/>
                  </a:cxn>
                  <a:cxn ang="0">
                    <a:pos x="544" y="134"/>
                  </a:cxn>
                  <a:cxn ang="0">
                    <a:pos x="605" y="73"/>
                  </a:cxn>
                  <a:cxn ang="0">
                    <a:pos x="528" y="30"/>
                  </a:cxn>
                  <a:cxn ang="0">
                    <a:pos x="380" y="0"/>
                  </a:cxn>
                  <a:cxn ang="0">
                    <a:pos x="232" y="30"/>
                  </a:cxn>
                  <a:cxn ang="0">
                    <a:pos x="112" y="111"/>
                  </a:cxn>
                  <a:cxn ang="0">
                    <a:pos x="30" y="232"/>
                  </a:cxn>
                  <a:cxn ang="0">
                    <a:pos x="0" y="380"/>
                  </a:cxn>
                  <a:cxn ang="0">
                    <a:pos x="30" y="528"/>
                  </a:cxn>
                  <a:cxn ang="0">
                    <a:pos x="112" y="649"/>
                  </a:cxn>
                  <a:cxn ang="0">
                    <a:pos x="232" y="730"/>
                  </a:cxn>
                  <a:cxn ang="0">
                    <a:pos x="380" y="760"/>
                  </a:cxn>
                  <a:cxn ang="0">
                    <a:pos x="528" y="730"/>
                  </a:cxn>
                  <a:cxn ang="0">
                    <a:pos x="649" y="649"/>
                  </a:cxn>
                  <a:cxn ang="0">
                    <a:pos x="730" y="528"/>
                  </a:cxn>
                  <a:cxn ang="0">
                    <a:pos x="760" y="380"/>
                  </a:cxn>
                  <a:cxn ang="0">
                    <a:pos x="730" y="232"/>
                  </a:cxn>
                  <a:cxn ang="0">
                    <a:pos x="687" y="156"/>
                  </a:cxn>
                  <a:cxn ang="0">
                    <a:pos x="626" y="216"/>
                  </a:cxn>
                  <a:cxn ang="0">
                    <a:pos x="653" y="265"/>
                  </a:cxn>
                </a:cxnLst>
                <a:rect l="0" t="0" r="r" b="b"/>
                <a:pathLst>
                  <a:path w="760" h="760">
                    <a:moveTo>
                      <a:pt x="653" y="265"/>
                    </a:moveTo>
                    <a:cubicBezTo>
                      <a:pt x="668" y="301"/>
                      <a:pt x="676" y="340"/>
                      <a:pt x="676" y="380"/>
                    </a:cubicBezTo>
                    <a:cubicBezTo>
                      <a:pt x="676" y="420"/>
                      <a:pt x="668" y="459"/>
                      <a:pt x="653" y="495"/>
                    </a:cubicBezTo>
                    <a:cubicBezTo>
                      <a:pt x="638" y="530"/>
                      <a:pt x="616" y="562"/>
                      <a:pt x="589" y="589"/>
                    </a:cubicBezTo>
                    <a:cubicBezTo>
                      <a:pt x="562" y="616"/>
                      <a:pt x="531" y="637"/>
                      <a:pt x="495" y="652"/>
                    </a:cubicBezTo>
                    <a:cubicBezTo>
                      <a:pt x="459" y="668"/>
                      <a:pt x="420" y="676"/>
                      <a:pt x="380" y="676"/>
                    </a:cubicBezTo>
                    <a:cubicBezTo>
                      <a:pt x="340" y="676"/>
                      <a:pt x="302" y="668"/>
                      <a:pt x="265" y="652"/>
                    </a:cubicBezTo>
                    <a:cubicBezTo>
                      <a:pt x="230" y="637"/>
                      <a:pt x="198" y="616"/>
                      <a:pt x="171" y="589"/>
                    </a:cubicBezTo>
                    <a:cubicBezTo>
                      <a:pt x="144" y="562"/>
                      <a:pt x="123" y="530"/>
                      <a:pt x="108" y="495"/>
                    </a:cubicBezTo>
                    <a:cubicBezTo>
                      <a:pt x="92" y="459"/>
                      <a:pt x="85" y="420"/>
                      <a:pt x="85" y="380"/>
                    </a:cubicBezTo>
                    <a:cubicBezTo>
                      <a:pt x="85" y="340"/>
                      <a:pt x="92" y="301"/>
                      <a:pt x="108" y="265"/>
                    </a:cubicBezTo>
                    <a:cubicBezTo>
                      <a:pt x="123" y="230"/>
                      <a:pt x="144" y="198"/>
                      <a:pt x="171" y="171"/>
                    </a:cubicBezTo>
                    <a:cubicBezTo>
                      <a:pt x="198" y="144"/>
                      <a:pt x="230" y="123"/>
                      <a:pt x="265" y="108"/>
                    </a:cubicBezTo>
                    <a:cubicBezTo>
                      <a:pt x="302" y="92"/>
                      <a:pt x="340" y="84"/>
                      <a:pt x="380" y="84"/>
                    </a:cubicBezTo>
                    <a:cubicBezTo>
                      <a:pt x="420" y="84"/>
                      <a:pt x="459" y="92"/>
                      <a:pt x="495" y="108"/>
                    </a:cubicBezTo>
                    <a:cubicBezTo>
                      <a:pt x="513" y="115"/>
                      <a:pt x="529" y="124"/>
                      <a:pt x="544" y="134"/>
                    </a:cubicBezTo>
                    <a:cubicBezTo>
                      <a:pt x="605" y="73"/>
                      <a:pt x="605" y="73"/>
                      <a:pt x="605" y="73"/>
                    </a:cubicBezTo>
                    <a:cubicBezTo>
                      <a:pt x="581" y="56"/>
                      <a:pt x="556" y="42"/>
                      <a:pt x="528" y="30"/>
                    </a:cubicBezTo>
                    <a:cubicBezTo>
                      <a:pt x="481" y="10"/>
                      <a:pt x="431" y="0"/>
                      <a:pt x="380" y="0"/>
                    </a:cubicBezTo>
                    <a:cubicBezTo>
                      <a:pt x="329" y="0"/>
                      <a:pt x="279" y="10"/>
                      <a:pt x="232" y="30"/>
                    </a:cubicBezTo>
                    <a:cubicBezTo>
                      <a:pt x="187" y="49"/>
                      <a:pt x="146" y="77"/>
                      <a:pt x="112" y="111"/>
                    </a:cubicBezTo>
                    <a:cubicBezTo>
                      <a:pt x="77" y="146"/>
                      <a:pt x="49" y="187"/>
                      <a:pt x="30" y="232"/>
                    </a:cubicBezTo>
                    <a:cubicBezTo>
                      <a:pt x="10" y="279"/>
                      <a:pt x="0" y="329"/>
                      <a:pt x="0" y="380"/>
                    </a:cubicBezTo>
                    <a:cubicBezTo>
                      <a:pt x="0" y="431"/>
                      <a:pt x="10" y="481"/>
                      <a:pt x="30" y="528"/>
                    </a:cubicBezTo>
                    <a:cubicBezTo>
                      <a:pt x="49" y="573"/>
                      <a:pt x="77" y="614"/>
                      <a:pt x="112" y="649"/>
                    </a:cubicBezTo>
                    <a:cubicBezTo>
                      <a:pt x="146" y="683"/>
                      <a:pt x="187" y="711"/>
                      <a:pt x="232" y="730"/>
                    </a:cubicBezTo>
                    <a:cubicBezTo>
                      <a:pt x="279" y="750"/>
                      <a:pt x="329" y="760"/>
                      <a:pt x="380" y="760"/>
                    </a:cubicBezTo>
                    <a:cubicBezTo>
                      <a:pt x="431" y="760"/>
                      <a:pt x="481" y="750"/>
                      <a:pt x="528" y="730"/>
                    </a:cubicBezTo>
                    <a:cubicBezTo>
                      <a:pt x="574" y="711"/>
                      <a:pt x="614" y="683"/>
                      <a:pt x="649" y="649"/>
                    </a:cubicBezTo>
                    <a:cubicBezTo>
                      <a:pt x="684" y="614"/>
                      <a:pt x="711" y="573"/>
                      <a:pt x="730" y="528"/>
                    </a:cubicBezTo>
                    <a:cubicBezTo>
                      <a:pt x="750" y="481"/>
                      <a:pt x="760" y="431"/>
                      <a:pt x="760" y="380"/>
                    </a:cubicBezTo>
                    <a:cubicBezTo>
                      <a:pt x="760" y="329"/>
                      <a:pt x="750" y="279"/>
                      <a:pt x="730" y="232"/>
                    </a:cubicBezTo>
                    <a:cubicBezTo>
                      <a:pt x="719" y="205"/>
                      <a:pt x="704" y="179"/>
                      <a:pt x="687" y="156"/>
                    </a:cubicBezTo>
                    <a:cubicBezTo>
                      <a:pt x="626" y="216"/>
                      <a:pt x="626" y="216"/>
                      <a:pt x="626" y="216"/>
                    </a:cubicBezTo>
                    <a:cubicBezTo>
                      <a:pt x="637" y="231"/>
                      <a:pt x="645" y="248"/>
                      <a:pt x="653" y="26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dirty="0">
                  <a:cs typeface="Calibri" panose="020F0502020204030204" pitchFamily="34" charset="0"/>
                </a:endParaRPr>
              </a:p>
            </p:txBody>
          </p:sp>
          <p:sp>
            <p:nvSpPr>
              <p:cNvPr id="15" name="Freeform 73">
                <a:extLst>
                  <a:ext uri="{FF2B5EF4-FFF2-40B4-BE49-F238E27FC236}">
                    <a16:creationId xmlns:a16="http://schemas.microsoft.com/office/drawing/2014/main" id="{234FC8D8-1E74-4A30-B28D-F4844E2DF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" y="4232275"/>
                <a:ext cx="322263" cy="322263"/>
              </a:xfrm>
              <a:custGeom>
                <a:avLst/>
                <a:gdLst/>
                <a:ahLst/>
                <a:cxnLst>
                  <a:cxn ang="0">
                    <a:pos x="338" y="211"/>
                  </a:cxn>
                  <a:cxn ang="0">
                    <a:pos x="211" y="338"/>
                  </a:cxn>
                  <a:cxn ang="0">
                    <a:pos x="84" y="211"/>
                  </a:cxn>
                  <a:cxn ang="0">
                    <a:pos x="211" y="84"/>
                  </a:cxn>
                  <a:cxn ang="0">
                    <a:pos x="250" y="90"/>
                  </a:cxn>
                  <a:cxn ang="0">
                    <a:pos x="314" y="26"/>
                  </a:cxn>
                  <a:cxn ang="0">
                    <a:pos x="211" y="0"/>
                  </a:cxn>
                  <a:cxn ang="0">
                    <a:pos x="0" y="211"/>
                  </a:cxn>
                  <a:cxn ang="0">
                    <a:pos x="211" y="422"/>
                  </a:cxn>
                  <a:cxn ang="0">
                    <a:pos x="423" y="211"/>
                  </a:cxn>
                  <a:cxn ang="0">
                    <a:pos x="396" y="109"/>
                  </a:cxn>
                  <a:cxn ang="0">
                    <a:pos x="332" y="172"/>
                  </a:cxn>
                  <a:cxn ang="0">
                    <a:pos x="338" y="211"/>
                  </a:cxn>
                </a:cxnLst>
                <a:rect l="0" t="0" r="r" b="b"/>
                <a:pathLst>
                  <a:path w="423" h="422">
                    <a:moveTo>
                      <a:pt x="338" y="211"/>
                    </a:moveTo>
                    <a:cubicBezTo>
                      <a:pt x="338" y="281"/>
                      <a:pt x="281" y="338"/>
                      <a:pt x="211" y="338"/>
                    </a:cubicBezTo>
                    <a:cubicBezTo>
                      <a:pt x="141" y="338"/>
                      <a:pt x="84" y="281"/>
                      <a:pt x="84" y="211"/>
                    </a:cubicBezTo>
                    <a:cubicBezTo>
                      <a:pt x="84" y="141"/>
                      <a:pt x="141" y="84"/>
                      <a:pt x="211" y="84"/>
                    </a:cubicBezTo>
                    <a:cubicBezTo>
                      <a:pt x="225" y="84"/>
                      <a:pt x="238" y="86"/>
                      <a:pt x="250" y="90"/>
                    </a:cubicBezTo>
                    <a:cubicBezTo>
                      <a:pt x="314" y="26"/>
                      <a:pt x="314" y="26"/>
                      <a:pt x="314" y="26"/>
                    </a:cubicBezTo>
                    <a:cubicBezTo>
                      <a:pt x="283" y="9"/>
                      <a:pt x="248" y="0"/>
                      <a:pt x="211" y="0"/>
                    </a:cubicBezTo>
                    <a:cubicBezTo>
                      <a:pt x="95" y="0"/>
                      <a:pt x="0" y="94"/>
                      <a:pt x="0" y="211"/>
                    </a:cubicBezTo>
                    <a:cubicBezTo>
                      <a:pt x="0" y="328"/>
                      <a:pt x="95" y="422"/>
                      <a:pt x="211" y="422"/>
                    </a:cubicBezTo>
                    <a:cubicBezTo>
                      <a:pt x="328" y="422"/>
                      <a:pt x="423" y="328"/>
                      <a:pt x="423" y="211"/>
                    </a:cubicBezTo>
                    <a:cubicBezTo>
                      <a:pt x="423" y="174"/>
                      <a:pt x="413" y="139"/>
                      <a:pt x="396" y="109"/>
                    </a:cubicBezTo>
                    <a:cubicBezTo>
                      <a:pt x="332" y="172"/>
                      <a:pt x="332" y="172"/>
                      <a:pt x="332" y="172"/>
                    </a:cubicBezTo>
                    <a:cubicBezTo>
                      <a:pt x="336" y="185"/>
                      <a:pt x="338" y="198"/>
                      <a:pt x="338" y="2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dirty="0">
                  <a:cs typeface="Calibri" panose="020F0502020204030204" pitchFamily="34" charset="0"/>
                </a:endParaRPr>
              </a:p>
            </p:txBody>
          </p:sp>
          <p:sp>
            <p:nvSpPr>
              <p:cNvPr id="16" name="Freeform 74">
                <a:extLst>
                  <a:ext uri="{FF2B5EF4-FFF2-40B4-BE49-F238E27FC236}">
                    <a16:creationId xmlns:a16="http://schemas.microsoft.com/office/drawing/2014/main" id="{52CF17D6-CE53-4475-B09B-B010A6821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625" y="3943350"/>
                <a:ext cx="484188" cy="469900"/>
              </a:xfrm>
              <a:custGeom>
                <a:avLst/>
                <a:gdLst/>
                <a:ahLst/>
                <a:cxnLst>
                  <a:cxn ang="0">
                    <a:pos x="287" y="288"/>
                  </a:cxn>
                  <a:cxn ang="0">
                    <a:pos x="12" y="563"/>
                  </a:cxn>
                  <a:cxn ang="0">
                    <a:pos x="11" y="564"/>
                  </a:cxn>
                  <a:cxn ang="0">
                    <a:pos x="0" y="587"/>
                  </a:cxn>
                  <a:cxn ang="0">
                    <a:pos x="29" y="615"/>
                  </a:cxn>
                  <a:cxn ang="0">
                    <a:pos x="52" y="604"/>
                  </a:cxn>
                  <a:cxn ang="0">
                    <a:pos x="53" y="602"/>
                  </a:cxn>
                  <a:cxn ang="0">
                    <a:pos x="319" y="337"/>
                  </a:cxn>
                  <a:cxn ang="0">
                    <a:pos x="371" y="327"/>
                  </a:cxn>
                  <a:cxn ang="0">
                    <a:pos x="491" y="304"/>
                  </a:cxn>
                  <a:cxn ang="0">
                    <a:pos x="633" y="158"/>
                  </a:cxn>
                  <a:cxn ang="0">
                    <a:pos x="515" y="116"/>
                  </a:cxn>
                  <a:cxn ang="0">
                    <a:pos x="463" y="0"/>
                  </a:cxn>
                  <a:cxn ang="0">
                    <a:pos x="341" y="131"/>
                  </a:cxn>
                  <a:cxn ang="0">
                    <a:pos x="309" y="224"/>
                  </a:cxn>
                  <a:cxn ang="0">
                    <a:pos x="287" y="288"/>
                  </a:cxn>
                </a:cxnLst>
                <a:rect l="0" t="0" r="r" b="b"/>
                <a:pathLst>
                  <a:path w="633" h="615">
                    <a:moveTo>
                      <a:pt x="287" y="288"/>
                    </a:moveTo>
                    <a:cubicBezTo>
                      <a:pt x="12" y="563"/>
                      <a:pt x="12" y="563"/>
                      <a:pt x="12" y="563"/>
                    </a:cubicBezTo>
                    <a:cubicBezTo>
                      <a:pt x="11" y="564"/>
                      <a:pt x="11" y="564"/>
                      <a:pt x="11" y="564"/>
                    </a:cubicBezTo>
                    <a:cubicBezTo>
                      <a:pt x="4" y="569"/>
                      <a:pt x="0" y="578"/>
                      <a:pt x="0" y="587"/>
                    </a:cubicBezTo>
                    <a:cubicBezTo>
                      <a:pt x="0" y="603"/>
                      <a:pt x="13" y="615"/>
                      <a:pt x="29" y="615"/>
                    </a:cubicBezTo>
                    <a:cubicBezTo>
                      <a:pt x="38" y="615"/>
                      <a:pt x="46" y="611"/>
                      <a:pt x="52" y="604"/>
                    </a:cubicBezTo>
                    <a:cubicBezTo>
                      <a:pt x="53" y="602"/>
                      <a:pt x="53" y="602"/>
                      <a:pt x="53" y="602"/>
                    </a:cubicBezTo>
                    <a:cubicBezTo>
                      <a:pt x="319" y="337"/>
                      <a:pt x="319" y="337"/>
                      <a:pt x="319" y="337"/>
                    </a:cubicBezTo>
                    <a:cubicBezTo>
                      <a:pt x="371" y="327"/>
                      <a:pt x="371" y="327"/>
                      <a:pt x="371" y="327"/>
                    </a:cubicBezTo>
                    <a:cubicBezTo>
                      <a:pt x="491" y="304"/>
                      <a:pt x="491" y="304"/>
                      <a:pt x="491" y="304"/>
                    </a:cubicBezTo>
                    <a:cubicBezTo>
                      <a:pt x="633" y="158"/>
                      <a:pt x="633" y="158"/>
                      <a:pt x="633" y="158"/>
                    </a:cubicBezTo>
                    <a:cubicBezTo>
                      <a:pt x="515" y="116"/>
                      <a:pt x="515" y="116"/>
                      <a:pt x="515" y="116"/>
                    </a:cubicBezTo>
                    <a:cubicBezTo>
                      <a:pt x="463" y="0"/>
                      <a:pt x="463" y="0"/>
                      <a:pt x="463" y="0"/>
                    </a:cubicBezTo>
                    <a:cubicBezTo>
                      <a:pt x="341" y="131"/>
                      <a:pt x="341" y="131"/>
                      <a:pt x="341" y="131"/>
                    </a:cubicBezTo>
                    <a:cubicBezTo>
                      <a:pt x="309" y="224"/>
                      <a:pt x="309" y="224"/>
                      <a:pt x="309" y="224"/>
                    </a:cubicBezTo>
                    <a:lnTo>
                      <a:pt x="287" y="2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dirty="0"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E1CEBD-BABA-4242-AE18-0C0FE9A200EB}"/>
              </a:ext>
            </a:extLst>
          </p:cNvPr>
          <p:cNvGrpSpPr/>
          <p:nvPr/>
        </p:nvGrpSpPr>
        <p:grpSpPr>
          <a:xfrm>
            <a:off x="525071" y="3438222"/>
            <a:ext cx="9591209" cy="1569660"/>
            <a:chOff x="294073" y="3742685"/>
            <a:chExt cx="7905865" cy="15696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786E4A1-6026-4523-A555-62A0F29D68CA}"/>
                </a:ext>
              </a:extLst>
            </p:cNvPr>
            <p:cNvSpPr/>
            <p:nvPr/>
          </p:nvSpPr>
          <p:spPr>
            <a:xfrm>
              <a:off x="294073" y="4217488"/>
              <a:ext cx="1858463" cy="680906"/>
            </a:xfrm>
            <a:prstGeom prst="rect">
              <a:avLst/>
            </a:prstGeom>
            <a:gradFill flip="none" rotWithShape="1">
              <a:gsLst>
                <a:gs pos="0">
                  <a:srgbClr val="C80047">
                    <a:shade val="30000"/>
                    <a:satMod val="115000"/>
                  </a:srgbClr>
                </a:gs>
                <a:gs pos="50000">
                  <a:srgbClr val="C80047">
                    <a:shade val="67500"/>
                    <a:satMod val="115000"/>
                  </a:srgbClr>
                </a:gs>
                <a:gs pos="100000">
                  <a:srgbClr val="C80047">
                    <a:shade val="100000"/>
                    <a:satMod val="115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bg1"/>
                  </a:solidFill>
                  <a:cs typeface="Calibri" panose="020F0502020204030204" pitchFamily="34" charset="0"/>
                </a:rPr>
                <a:t>RoadMap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DFCDA1-B777-42B4-B74B-81496D5B341A}"/>
                </a:ext>
              </a:extLst>
            </p:cNvPr>
            <p:cNvSpPr/>
            <p:nvPr/>
          </p:nvSpPr>
          <p:spPr>
            <a:xfrm>
              <a:off x="2527872" y="4250516"/>
              <a:ext cx="1202961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 dirty="0">
                <a:cs typeface="Calibri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725A2D6-EF46-4CAD-992E-018F7693B50F}"/>
                </a:ext>
              </a:extLst>
            </p:cNvPr>
            <p:cNvSpPr/>
            <p:nvPr/>
          </p:nvSpPr>
          <p:spPr>
            <a:xfrm>
              <a:off x="2367935" y="3742685"/>
              <a:ext cx="5832003" cy="156966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>
              <a:defPPr>
                <a:defRPr lang="en-US"/>
              </a:defPPr>
              <a:lvl1pPr marL="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972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459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9456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4320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9184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84048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389120" algn="l" defTabSz="1097280" rtl="0" eaLnBrk="1" latinLnBrk="0" hangingPunct="1"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200" dirty="0">
                  <a:cs typeface="Calibri"/>
                </a:rPr>
                <a:t>2022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cs typeface="Calibri"/>
                </a:rPr>
                <a:t>Development of the DevOps Framework  for ESB and Document Management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cs typeface="Calibri"/>
                </a:rPr>
                <a:t>Onboarding ESB and Document management to new framework , validation and Go live</a:t>
              </a:r>
            </a:p>
            <a:p>
              <a:r>
                <a:rPr lang="en-GB" sz="1200" dirty="0">
                  <a:cs typeface="Calibri"/>
                </a:rPr>
                <a:t>2023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cs typeface="Calibri"/>
                </a:rPr>
                <a:t>Development of the DevOps Framework  for all other technologies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cs typeface="Calibri"/>
                </a:rPr>
                <a:t>Onboarding ESB and Document management to new framework validation and Go live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32DF060-3993-DB57-DFF2-8728D49994F9}"/>
              </a:ext>
            </a:extLst>
          </p:cNvPr>
          <p:cNvSpPr/>
          <p:nvPr/>
        </p:nvSpPr>
        <p:spPr>
          <a:xfrm>
            <a:off x="10656847" y="2476432"/>
            <a:ext cx="1492949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>
                <a:cs typeface="Calibri" panose="020F0502020204030204" pitchFamily="34" charset="0"/>
              </a:rPr>
              <a:t>Limited Efforts form the Belins Stakeholders</a:t>
            </a:r>
          </a:p>
        </p:txBody>
      </p:sp>
    </p:spTree>
    <p:extLst>
      <p:ext uri="{BB962C8B-B14F-4D97-AF65-F5344CB8AC3E}">
        <p14:creationId xmlns:p14="http://schemas.microsoft.com/office/powerpoint/2010/main" val="81672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C8F567-647F-CA8E-D415-81E4D635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63028"/>
            <a:ext cx="8965524" cy="452432"/>
          </a:xfrm>
        </p:spPr>
        <p:txBody>
          <a:bodyPr/>
          <a:lstStyle/>
          <a:p>
            <a:r>
              <a:rPr lang="en-GB" dirty="0"/>
              <a:t>Hexaware’s Solution approach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1A7DDF1-9D34-2BC2-5592-2B73025CEE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815139"/>
              </p:ext>
            </p:extLst>
          </p:nvPr>
        </p:nvGraphicFramePr>
        <p:xfrm>
          <a:off x="153372" y="401574"/>
          <a:ext cx="10609800" cy="4615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453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C8F567-647F-CA8E-D415-81E4D635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Roadmap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1DE5A5-6D96-F64A-ADC5-3BA92D720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250139"/>
              </p:ext>
            </p:extLst>
          </p:nvPr>
        </p:nvGraphicFramePr>
        <p:xfrm>
          <a:off x="95167" y="1085227"/>
          <a:ext cx="10434387" cy="47081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8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505">
                  <a:extLst>
                    <a:ext uri="{9D8B030D-6E8A-4147-A177-3AD203B41FA5}">
                      <a16:colId xmlns:a16="http://schemas.microsoft.com/office/drawing/2014/main" val="970258420"/>
                    </a:ext>
                  </a:extLst>
                </a:gridCol>
                <a:gridCol w="440505">
                  <a:extLst>
                    <a:ext uri="{9D8B030D-6E8A-4147-A177-3AD203B41FA5}">
                      <a16:colId xmlns:a16="http://schemas.microsoft.com/office/drawing/2014/main" val="3954491949"/>
                    </a:ext>
                  </a:extLst>
                </a:gridCol>
                <a:gridCol w="44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4162478017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3679509633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315195322"/>
                    </a:ext>
                  </a:extLst>
                </a:gridCol>
                <a:gridCol w="392947">
                  <a:extLst>
                    <a:ext uri="{9D8B030D-6E8A-4147-A177-3AD203B41FA5}">
                      <a16:colId xmlns:a16="http://schemas.microsoft.com/office/drawing/2014/main" val="352980986"/>
                    </a:ext>
                  </a:extLst>
                </a:gridCol>
                <a:gridCol w="430590">
                  <a:extLst>
                    <a:ext uri="{9D8B030D-6E8A-4147-A177-3AD203B41FA5}">
                      <a16:colId xmlns:a16="http://schemas.microsoft.com/office/drawing/2014/main" val="2889032017"/>
                    </a:ext>
                  </a:extLst>
                </a:gridCol>
              </a:tblGrid>
              <a:tr h="553636"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200" kern="1200" dirty="0"/>
                        <a:t>Activities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Sept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b="1" kern="1200">
                          <a:solidFill>
                            <a:schemeClr val="lt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May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77">
                <a:tc>
                  <a:txBody>
                    <a:bodyPr/>
                    <a:lstStyle/>
                    <a:p>
                      <a:pPr marL="0" algn="l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200" b="1" kern="1200" dirty="0"/>
                        <a:t>Team setup and onboarding 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83410793"/>
                  </a:ext>
                </a:extLst>
              </a:tr>
              <a:tr h="431201"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l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Framework Design - ESB and Document Management 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06"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marR="0" lvl="0" indent="0" algn="l" defTabSz="1218072" rtl="0" eaLnBrk="1" fontAlgn="auto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Framework and template Development   - ESB and Document Management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1pPr>
                      <a:lvl2pPr marL="609036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2pPr>
                      <a:lvl3pPr marL="1218072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3pPr>
                      <a:lvl4pPr marL="1827108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4pPr>
                      <a:lvl5pPr marL="2436144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5pPr>
                      <a:lvl6pPr marL="3045181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6pPr>
                      <a:lvl7pPr marL="3654217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7pPr>
                      <a:lvl8pPr marL="4263253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8pPr>
                      <a:lvl9pPr marL="4872289" algn="l" defTabSz="1218072" rtl="0" eaLnBrk="1" latinLnBrk="0" hangingPunct="1">
                        <a:defRPr sz="2398" kern="1200">
                          <a:solidFill>
                            <a:schemeClr val="dk1"/>
                          </a:solidFill>
                          <a:latin typeface="Calibri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268">
                <a:tc>
                  <a:txBody>
                    <a:bodyPr/>
                    <a:lstStyle/>
                    <a:p>
                      <a:pPr algn="l"/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Document management  to new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ＭＳ Ｐゴシック"/>
                          <a:cs typeface="ＭＳ Ｐゴシック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49994223"/>
                  </a:ext>
                </a:extLst>
              </a:tr>
              <a:tr h="352268">
                <a:tc>
                  <a:txBody>
                    <a:bodyPr/>
                    <a:lstStyle/>
                    <a:p>
                      <a:pPr algn="l"/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ESB to new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lv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41217053"/>
                  </a:ext>
                </a:extLst>
              </a:tr>
              <a:tr h="352268">
                <a:tc>
                  <a:txBody>
                    <a:bodyPr/>
                    <a:lstStyle/>
                    <a:p>
                      <a:pPr algn="l"/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Framework and template Development   - other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274631691"/>
                  </a:ext>
                </a:extLst>
              </a:tr>
              <a:tr h="352268">
                <a:tc>
                  <a:txBody>
                    <a:bodyPr/>
                    <a:lstStyle/>
                    <a:p>
                      <a:pPr algn="l"/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 F2C to New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16121012"/>
                  </a:ext>
                </a:extLst>
              </a:tr>
              <a:tr h="352268">
                <a:tc>
                  <a:txBody>
                    <a:bodyPr/>
                    <a:lstStyle/>
                    <a:p>
                      <a:pPr algn="l"/>
                      <a:r>
                        <a:rPr lang="en-GB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 SAS BI  to New Framework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29505163"/>
                  </a:ext>
                </a:extLst>
              </a:tr>
              <a:tr h="558998">
                <a:tc>
                  <a:txBody>
                    <a:bodyPr/>
                    <a:lstStyle/>
                    <a:p>
                      <a:pPr marL="0" marR="0" lvl="0" indent="0" algn="l" defTabSz="1218072" rtl="0" eaLnBrk="1" fontAlgn="auto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CRM to new framework </a:t>
                      </a:r>
                      <a:endParaRPr lang="en-US" sz="1200" b="1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273889414"/>
                  </a:ext>
                </a:extLst>
              </a:tr>
              <a:tr h="525312">
                <a:tc>
                  <a:txBody>
                    <a:bodyPr/>
                    <a:lstStyle/>
                    <a:p>
                      <a:pPr marL="0" marR="0" lvl="0" indent="0" algn="l" defTabSz="1218072" rtl="0" eaLnBrk="1" fontAlgn="auto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 Digital to new framework </a:t>
                      </a:r>
                      <a:endParaRPr lang="en-US" sz="1200" b="1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algn="ctr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12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638455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39294F-9997-29F7-0B98-FC85B65F58DA}"/>
              </a:ext>
            </a:extLst>
          </p:cNvPr>
          <p:cNvSpPr txBox="1"/>
          <p:nvPr/>
        </p:nvSpPr>
        <p:spPr>
          <a:xfrm>
            <a:off x="95167" y="6232058"/>
            <a:ext cx="10637936" cy="27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67" b="1" i="1" dirty="0">
                <a:latin typeface="Calibri" panose="020F0502020204030204" pitchFamily="34" charset="0"/>
                <a:cs typeface="Calibri" panose="020F0502020204030204" pitchFamily="34" charset="0"/>
              </a:rPr>
              <a:t>** This is an indicative time line , The final plan will be agreed  during the first month where the Roadmap is decided with Belfius stakeholders</a:t>
            </a:r>
            <a:endParaRPr lang="en-GB" sz="1167" b="1" i="1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D1FFC89-C9A1-5781-0859-F248F02C16DC}"/>
              </a:ext>
            </a:extLst>
          </p:cNvPr>
          <p:cNvSpPr/>
          <p:nvPr/>
        </p:nvSpPr>
        <p:spPr>
          <a:xfrm>
            <a:off x="5969115" y="1690034"/>
            <a:ext cx="463496" cy="302024"/>
          </a:xfrm>
          <a:prstGeom prst="flowChartAlternateProcess">
            <a:avLst/>
          </a:prstGeom>
          <a:solidFill>
            <a:srgbClr val="0566F7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 defTabSz="761970">
              <a:defRPr/>
            </a:pPr>
            <a:r>
              <a:rPr lang="en-US" sz="700" kern="0" dirty="0">
                <a:solidFill>
                  <a:prstClr val="white"/>
                </a:solidFill>
                <a:latin typeface="Calibri" panose="020F0502020204030204"/>
              </a:rPr>
              <a:t>2 weeks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9606FC2B-55AB-B0A1-1A23-3C856098E29B}"/>
              </a:ext>
            </a:extLst>
          </p:cNvPr>
          <p:cNvSpPr/>
          <p:nvPr/>
        </p:nvSpPr>
        <p:spPr>
          <a:xfrm>
            <a:off x="6427866" y="2058681"/>
            <a:ext cx="894512" cy="351132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 defTabSz="761970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DEF95B8F-EA8E-D6B7-4C79-D62344D0E46C}"/>
              </a:ext>
            </a:extLst>
          </p:cNvPr>
          <p:cNvSpPr/>
          <p:nvPr/>
        </p:nvSpPr>
        <p:spPr>
          <a:xfrm>
            <a:off x="7322378" y="2968699"/>
            <a:ext cx="743654" cy="280874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13BB6B2B-EEEC-B93D-8D99-E23AC964F65C}"/>
              </a:ext>
            </a:extLst>
          </p:cNvPr>
          <p:cNvSpPr/>
          <p:nvPr/>
        </p:nvSpPr>
        <p:spPr>
          <a:xfrm>
            <a:off x="8067091" y="3305179"/>
            <a:ext cx="743653" cy="309596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39F79618-4D7E-7814-29DF-73CB8F3F02EF}"/>
              </a:ext>
            </a:extLst>
          </p:cNvPr>
          <p:cNvSpPr/>
          <p:nvPr/>
        </p:nvSpPr>
        <p:spPr>
          <a:xfrm>
            <a:off x="7641850" y="3665043"/>
            <a:ext cx="797067" cy="306243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84A5876-7236-62CF-01B2-DE0E0D7EAB75}"/>
              </a:ext>
            </a:extLst>
          </p:cNvPr>
          <p:cNvSpPr/>
          <p:nvPr/>
        </p:nvSpPr>
        <p:spPr>
          <a:xfrm>
            <a:off x="8438917" y="4021554"/>
            <a:ext cx="797067" cy="309596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0245CD31-EA12-32A8-F0A9-EA8035154BFD}"/>
              </a:ext>
            </a:extLst>
          </p:cNvPr>
          <p:cNvSpPr/>
          <p:nvPr/>
        </p:nvSpPr>
        <p:spPr>
          <a:xfrm>
            <a:off x="9235984" y="4359932"/>
            <a:ext cx="865568" cy="309596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68ABB528-64A4-3CE2-9B1B-C598ED129890}"/>
              </a:ext>
            </a:extLst>
          </p:cNvPr>
          <p:cNvSpPr/>
          <p:nvPr/>
        </p:nvSpPr>
        <p:spPr>
          <a:xfrm>
            <a:off x="6875122" y="2520285"/>
            <a:ext cx="793435" cy="351132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 defTabSz="761970">
              <a:defRPr/>
            </a:pPr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4E84B36-F4A8-2829-56A1-AE6A3CB4F4B4}"/>
              </a:ext>
            </a:extLst>
          </p:cNvPr>
          <p:cNvSpPr/>
          <p:nvPr/>
        </p:nvSpPr>
        <p:spPr>
          <a:xfrm>
            <a:off x="9668767" y="4837683"/>
            <a:ext cx="432785" cy="309596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5D18B92-D6F5-7733-6614-3DC6A2491B1E}"/>
              </a:ext>
            </a:extLst>
          </p:cNvPr>
          <p:cNvSpPr/>
          <p:nvPr/>
        </p:nvSpPr>
        <p:spPr>
          <a:xfrm>
            <a:off x="10101552" y="5349869"/>
            <a:ext cx="432785" cy="309596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rtlCol="0" anchor="ctr"/>
          <a:lstStyle/>
          <a:p>
            <a:pPr algn="ctr"/>
            <a:endParaRPr lang="en-US" sz="15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FED3150B-97D1-2DDE-BE74-2D734638CAAD}"/>
              </a:ext>
            </a:extLst>
          </p:cNvPr>
          <p:cNvSpPr/>
          <p:nvPr/>
        </p:nvSpPr>
        <p:spPr>
          <a:xfrm rot="5400000">
            <a:off x="8992753" y="-507179"/>
            <a:ext cx="298289" cy="2775311"/>
          </a:xfrm>
          <a:prstGeom prst="leftBrace">
            <a:avLst>
              <a:gd name="adj1" fmla="val 8333"/>
              <a:gd name="adj2" fmla="val 49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816E1E9-4515-CB75-3CF2-5930151449C9}"/>
              </a:ext>
            </a:extLst>
          </p:cNvPr>
          <p:cNvSpPr/>
          <p:nvPr/>
        </p:nvSpPr>
        <p:spPr>
          <a:xfrm rot="5400000">
            <a:off x="6706139" y="46218"/>
            <a:ext cx="305503" cy="1703518"/>
          </a:xfrm>
          <a:prstGeom prst="leftBrace">
            <a:avLst>
              <a:gd name="adj1" fmla="val 8333"/>
              <a:gd name="adj2" fmla="val 49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9EF2BACF-28DE-90DC-60C4-1EABD98C945B}"/>
              </a:ext>
            </a:extLst>
          </p:cNvPr>
          <p:cNvSpPr/>
          <p:nvPr/>
        </p:nvSpPr>
        <p:spPr>
          <a:xfrm>
            <a:off x="7634016" y="2495071"/>
            <a:ext cx="432016" cy="30624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57C28BFD-28C7-E789-147E-AE727D6166E3}"/>
              </a:ext>
            </a:extLst>
          </p:cNvPr>
          <p:cNvSpPr/>
          <p:nvPr/>
        </p:nvSpPr>
        <p:spPr>
          <a:xfrm>
            <a:off x="10315938" y="5344818"/>
            <a:ext cx="432016" cy="30624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85F0D-BB53-567D-DC48-060D4CE14A6F}"/>
              </a:ext>
            </a:extLst>
          </p:cNvPr>
          <p:cNvSpPr txBox="1"/>
          <p:nvPr/>
        </p:nvSpPr>
        <p:spPr>
          <a:xfrm>
            <a:off x="6600336" y="471157"/>
            <a:ext cx="820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2022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C2731-F485-19E0-CA04-CAAA64ADEE56}"/>
              </a:ext>
            </a:extLst>
          </p:cNvPr>
          <p:cNvSpPr txBox="1"/>
          <p:nvPr/>
        </p:nvSpPr>
        <p:spPr>
          <a:xfrm>
            <a:off x="8909195" y="483538"/>
            <a:ext cx="820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00150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69DCCF-C4B3-9DE1-9221-C8AF89A1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Hexaware Team and efforts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837CBA1-35C5-8C47-95EB-AD4EB49D1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65798"/>
              </p:ext>
            </p:extLst>
          </p:nvPr>
        </p:nvGraphicFramePr>
        <p:xfrm>
          <a:off x="535284" y="1105561"/>
          <a:ext cx="8079685" cy="287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799">
                  <a:extLst>
                    <a:ext uri="{9D8B030D-6E8A-4147-A177-3AD203B41FA5}">
                      <a16:colId xmlns:a16="http://schemas.microsoft.com/office/drawing/2014/main" val="1719868765"/>
                    </a:ext>
                  </a:extLst>
                </a:gridCol>
                <a:gridCol w="4001550">
                  <a:extLst>
                    <a:ext uri="{9D8B030D-6E8A-4147-A177-3AD203B41FA5}">
                      <a16:colId xmlns:a16="http://schemas.microsoft.com/office/drawing/2014/main" val="951231153"/>
                    </a:ext>
                  </a:extLst>
                </a:gridCol>
                <a:gridCol w="641668">
                  <a:extLst>
                    <a:ext uri="{9D8B030D-6E8A-4147-A177-3AD203B41FA5}">
                      <a16:colId xmlns:a16="http://schemas.microsoft.com/office/drawing/2014/main" val="883924687"/>
                    </a:ext>
                  </a:extLst>
                </a:gridCol>
                <a:gridCol w="641668">
                  <a:extLst>
                    <a:ext uri="{9D8B030D-6E8A-4147-A177-3AD203B41FA5}">
                      <a16:colId xmlns:a16="http://schemas.microsoft.com/office/drawing/2014/main" val="1878626848"/>
                    </a:ext>
                  </a:extLst>
                </a:gridCol>
              </a:tblGrid>
              <a:tr h="337775">
                <a:tc rowSpan="2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Role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Responsibilities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Efforts(MD)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050236"/>
                  </a:ext>
                </a:extLst>
              </a:tr>
              <a:tr h="337775">
                <a:tc v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012607"/>
                  </a:ext>
                </a:extLst>
              </a:tr>
              <a:tr h="703352"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Architect/Technical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Design and Development of the framework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CI/CD build and Deployment process definition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698994"/>
                  </a:ext>
                </a:extLst>
              </a:tr>
              <a:tr h="703352"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Engineer(3)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Development of the DevOps Framework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Onboarding applications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Script development when needed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CI/CD configuration and setup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3661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lvl="0" algn="ctr" font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3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467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C8F567-647F-CA8E-D415-81E4D635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Belfius stakeholder support during the project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ED137E5-2865-CEA2-EC10-85A65A386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225064"/>
              </p:ext>
            </p:extLst>
          </p:nvPr>
        </p:nvGraphicFramePr>
        <p:xfrm>
          <a:off x="255022" y="1494299"/>
          <a:ext cx="11315983" cy="3854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036">
                  <a:extLst>
                    <a:ext uri="{9D8B030D-6E8A-4147-A177-3AD203B41FA5}">
                      <a16:colId xmlns:a16="http://schemas.microsoft.com/office/drawing/2014/main" val="1508664600"/>
                    </a:ext>
                  </a:extLst>
                </a:gridCol>
                <a:gridCol w="4307769">
                  <a:extLst>
                    <a:ext uri="{9D8B030D-6E8A-4147-A177-3AD203B41FA5}">
                      <a16:colId xmlns:a16="http://schemas.microsoft.com/office/drawing/2014/main" val="380034441"/>
                    </a:ext>
                  </a:extLst>
                </a:gridCol>
                <a:gridCol w="878289">
                  <a:extLst>
                    <a:ext uri="{9D8B030D-6E8A-4147-A177-3AD203B41FA5}">
                      <a16:colId xmlns:a16="http://schemas.microsoft.com/office/drawing/2014/main" val="854689989"/>
                    </a:ext>
                  </a:extLst>
                </a:gridCol>
                <a:gridCol w="825579">
                  <a:extLst>
                    <a:ext uri="{9D8B030D-6E8A-4147-A177-3AD203B41FA5}">
                      <a16:colId xmlns:a16="http://schemas.microsoft.com/office/drawing/2014/main" val="2124022949"/>
                    </a:ext>
                  </a:extLst>
                </a:gridCol>
                <a:gridCol w="1088786">
                  <a:extLst>
                    <a:ext uri="{9D8B030D-6E8A-4147-A177-3AD203B41FA5}">
                      <a16:colId xmlns:a16="http://schemas.microsoft.com/office/drawing/2014/main" val="3453729378"/>
                    </a:ext>
                  </a:extLst>
                </a:gridCol>
                <a:gridCol w="1053854">
                  <a:extLst>
                    <a:ext uri="{9D8B030D-6E8A-4147-A177-3AD203B41FA5}">
                      <a16:colId xmlns:a16="http://schemas.microsoft.com/office/drawing/2014/main" val="61499782"/>
                    </a:ext>
                  </a:extLst>
                </a:gridCol>
                <a:gridCol w="733335">
                  <a:extLst>
                    <a:ext uri="{9D8B030D-6E8A-4147-A177-3AD203B41FA5}">
                      <a16:colId xmlns:a16="http://schemas.microsoft.com/office/drawing/2014/main" val="549642433"/>
                    </a:ext>
                  </a:extLst>
                </a:gridCol>
                <a:gridCol w="733335">
                  <a:extLst>
                    <a:ext uri="{9D8B030D-6E8A-4147-A177-3AD203B41FA5}">
                      <a16:colId xmlns:a16="http://schemas.microsoft.com/office/drawing/2014/main" val="4118318588"/>
                    </a:ext>
                  </a:extLst>
                </a:gridCol>
              </a:tblGrid>
              <a:tr h="268706">
                <a:tc>
                  <a:txBody>
                    <a:bodyPr/>
                    <a:lstStyle/>
                    <a:p>
                      <a:r>
                        <a:rPr lang="en-GB" sz="1000" b="1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Activities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Efforts in hours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332261"/>
                  </a:ext>
                </a:extLst>
              </a:tr>
              <a:tr h="307018">
                <a:tc>
                  <a:txBody>
                    <a:bodyPr/>
                    <a:lstStyle/>
                    <a:p>
                      <a:endParaRPr lang="en-GB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Application</a:t>
                      </a:r>
                    </a:p>
                    <a:p>
                      <a:pPr algn="ctr"/>
                      <a:r>
                        <a:rPr lang="en-GB" sz="1000" dirty="0"/>
                        <a:t>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QA/Release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Change Manager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Security </a:t>
                      </a:r>
                    </a:p>
                    <a:p>
                      <a:pPr algn="ctr"/>
                      <a:r>
                        <a:rPr lang="en-GB" sz="1000" dirty="0"/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Infra </a:t>
                      </a:r>
                    </a:p>
                    <a:p>
                      <a:pPr algn="ctr"/>
                      <a:r>
                        <a:rPr lang="en-GB" sz="1000" dirty="0"/>
                        <a:t>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07683"/>
                  </a:ext>
                </a:extLst>
              </a:tr>
              <a:tr h="879406">
                <a:tc>
                  <a:txBody>
                    <a:bodyPr/>
                    <a:lstStyle/>
                    <a:p>
                      <a:pPr marL="0" algn="l" defTabSz="1218072" rtl="0" eaLnBrk="1" latinLnBrk="0" hangingPunct="1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Framework Design</a:t>
                      </a:r>
                      <a:endParaRPr 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Review , build, deployment and versioning process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Review and agreement on CI/CD processes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Agreement on security guidelines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Release and QA process review and alignment to Belins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775900"/>
                  </a:ext>
                </a:extLst>
              </a:tr>
              <a:tr h="701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DevOps Framework and template Development 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Validation of the template, deployment testing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Review build and deployment automation outcome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Review DB deployment process and validate deployment outcome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Provide infra and network support in setting up tools and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107593"/>
                  </a:ext>
                </a:extLst>
              </a:tr>
              <a:tr h="779352">
                <a:tc>
                  <a:txBody>
                    <a:bodyPr/>
                    <a:lstStyle/>
                    <a:p>
                      <a:r>
                        <a:rPr lang="en-GB" sz="1000" b="1" dirty="0"/>
                        <a:t>Onboarding</a:t>
                      </a:r>
                      <a:endParaRPr lang="en-GB" sz="1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Validating new automated deployments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Validating release use cases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Evaluation of QA steps and actions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Training and coaching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944285"/>
                  </a:ext>
                </a:extLst>
              </a:tr>
              <a:tr h="602450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0" dirty="0"/>
                        <a:t> Total Efforts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GB" sz="1000" b="1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96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33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C8F567-647F-CA8E-D415-81E4D635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09" y="263028"/>
            <a:ext cx="8965524" cy="452432"/>
          </a:xfrm>
        </p:spPr>
        <p:txBody>
          <a:bodyPr/>
          <a:lstStyle/>
          <a:p>
            <a:r>
              <a:rPr lang="en-GB" dirty="0"/>
              <a:t>Key Benefits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644C7C5-5BED-6D07-CB0B-0FDEB6D80F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8376229"/>
              </p:ext>
            </p:extLst>
          </p:nvPr>
        </p:nvGraphicFramePr>
        <p:xfrm>
          <a:off x="1024984" y="1233756"/>
          <a:ext cx="10142032" cy="415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0474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oup of people standing next to a person in a suit and tie&#10;&#10;Description automatically generated">
            <a:extLst>
              <a:ext uri="{FF2B5EF4-FFF2-40B4-BE49-F238E27FC236}">
                <a16:creationId xmlns:a16="http://schemas.microsoft.com/office/drawing/2014/main" id="{57E74B2B-C4CB-4DE9-BF2F-4DCB5B1BC9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6143" y="785838"/>
            <a:ext cx="3923730" cy="3928402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EE8F50F-7F9F-4E15-B48F-D952CC82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2334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exaware">
      <a:dk1>
        <a:srgbClr val="000000"/>
      </a:dk1>
      <a:lt1>
        <a:sysClr val="window" lastClr="FFFFFF"/>
      </a:lt1>
      <a:dk2>
        <a:srgbClr val="595959"/>
      </a:dk2>
      <a:lt2>
        <a:srgbClr val="FFFFFF"/>
      </a:lt2>
      <a:accent1>
        <a:srgbClr val="005AAB"/>
      </a:accent1>
      <a:accent2>
        <a:srgbClr val="EE292F"/>
      </a:accent2>
      <a:accent3>
        <a:srgbClr val="00D258"/>
      </a:accent3>
      <a:accent4>
        <a:srgbClr val="FFB81A"/>
      </a:accent4>
      <a:accent5>
        <a:srgbClr val="FC6D1D"/>
      </a:accent5>
      <a:accent6>
        <a:srgbClr val="F79646"/>
      </a:accent6>
      <a:hlink>
        <a:srgbClr val="828C93"/>
      </a:hlink>
      <a:folHlink>
        <a:srgbClr val="000000"/>
      </a:folHlink>
    </a:clrScheme>
    <a:fontScheme name="Hexaware">
      <a:majorFont>
        <a:latin typeface="Lato Heavy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fe1be66e-528a-4f07-8a62-e810e4015989">
      <UserInfo>
        <DisplayName>Bigil Avarachan</DisplayName>
        <AccountId>769</AccountId>
        <AccountType/>
      </UserInfo>
    </SharedWithUsers>
    <lcf76f155ced4ddcb4097134ff3c332f xmlns="8c85c1d2-ff8c-4684-85d1-d741f21e304c">
      <Terms xmlns="http://schemas.microsoft.com/office/infopath/2007/PartnerControls"/>
    </lcf76f155ced4ddcb4097134ff3c332f>
    <DateModified xmlns="8c85c1d2-ff8c-4684-85d1-d741f21e304c">2023-03-21T04:44:32+00:00</DateModified>
    <TaxCatchAll xmlns="fe1be66e-528a-4f07-8a62-e810e4015989" xsi:nil="true"/>
    <DateandTime xmlns="8c85c1d2-ff8c-4684-85d1-d741f21e304c" xsi:nil="true"/>
    <Person xmlns="8c85c1d2-ff8c-4684-85d1-d741f21e304c">
      <UserInfo>
        <DisplayName/>
        <AccountId xsi:nil="true"/>
        <AccountType/>
      </UserInfo>
    </Person>
    <_Flow_SignoffStatus xmlns="8c85c1d2-ff8c-4684-85d1-d741f21e30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0608C8D36F634AAF719077DBABF93C" ma:contentTypeVersion="34" ma:contentTypeDescription="Create a new document." ma:contentTypeScope="" ma:versionID="2559184060766fb714bc4c9a643c6c65">
  <xsd:schema xmlns:xsd="http://www.w3.org/2001/XMLSchema" xmlns:xs="http://www.w3.org/2001/XMLSchema" xmlns:p="http://schemas.microsoft.com/office/2006/metadata/properties" xmlns:ns1="http://schemas.microsoft.com/sharepoint/v3" xmlns:ns2="fe1be66e-528a-4f07-8a62-e810e4015989" xmlns:ns3="8c85c1d2-ff8c-4684-85d1-d741f21e304c" targetNamespace="http://schemas.microsoft.com/office/2006/metadata/properties" ma:root="true" ma:fieldsID="d9d2232ea8be4d2dd2c04aac4b6f876d" ns1:_="" ns2:_="" ns3:_="">
    <xsd:import namespace="http://schemas.microsoft.com/sharepoint/v3"/>
    <xsd:import namespace="fe1be66e-528a-4f07-8a62-e810e4015989"/>
    <xsd:import namespace="8c85c1d2-ff8c-4684-85d1-d741f21e30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ateModified" minOccurs="0"/>
                <xsd:element ref="ns3:DateandTime" minOccurs="0"/>
                <xsd:element ref="ns3:MediaServiceObjectDetectorVersions" minOccurs="0"/>
                <xsd:element ref="ns3:Person" minOccurs="0"/>
                <xsd:element ref="ns3:MediaServiceSearchProperties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be66e-528a-4f07-8a62-e810e40159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30deb325-3506-4e1a-9510-4df32c8d56ee}" ma:internalName="TaxCatchAll" ma:showField="CatchAllData" ma:web="fe1be66e-528a-4f07-8a62-e810e40159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5c1d2-ff8c-4684-85d1-d741f21e3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eb2da71-f184-4254-8e62-0576d24e8d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Modified" ma:index="26" nillable="true" ma:displayName="Date Modified" ma:default="[today]" ma:format="DateOnly" ma:internalName="DateModified">
      <xsd:simpleType>
        <xsd:restriction base="dms:DateTime"/>
      </xsd:simpleType>
    </xsd:element>
    <xsd:element name="DateandTime" ma:index="27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erson" ma:index="29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1" nillable="true" ma:displayName="Sign-off status" ma:internalName="_x0024_Resources_x003a_core_x002c_Signoff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71E7F5-3723-4E39-9C2F-0041C2C5F17F}">
  <ds:schemaRefs>
    <ds:schemaRef ds:uri="http://purl.org/dc/elements/1.1/"/>
    <ds:schemaRef ds:uri="http://purl.org/dc/terms/"/>
    <ds:schemaRef ds:uri="http://schemas.microsoft.com/sharepoint/v3"/>
    <ds:schemaRef ds:uri="8c85c1d2-ff8c-4684-85d1-d741f21e304c"/>
    <ds:schemaRef ds:uri="http://schemas.microsoft.com/office/2006/documentManagement/types"/>
    <ds:schemaRef ds:uri="http://www.w3.org/XML/1998/namespace"/>
    <ds:schemaRef ds:uri="fe1be66e-528a-4f07-8a62-e810e4015989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22C847C-5307-4DC0-B384-06695BDE28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A0F4D-A0E6-46D9-A78F-EE0701739030}"/>
</file>

<file path=docProps/app.xml><?xml version="1.0" encoding="utf-8"?>
<Properties xmlns="http://schemas.openxmlformats.org/officeDocument/2006/extended-properties" xmlns:vt="http://schemas.openxmlformats.org/officeDocument/2006/docPropsVTypes">
  <TotalTime>3664</TotalTime>
  <Words>648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Toyota Type</vt:lpstr>
      <vt:lpstr>Arial</vt:lpstr>
      <vt:lpstr>Calibri</vt:lpstr>
      <vt:lpstr>Lato</vt:lpstr>
      <vt:lpstr>Lato Heavy</vt:lpstr>
      <vt:lpstr>Office Theme</vt:lpstr>
      <vt:lpstr>Belfius Insurance DevOps Implementation Plan</vt:lpstr>
      <vt:lpstr>Hexaware’s DevOps Vision for Belins</vt:lpstr>
      <vt:lpstr>Hexaware’s Solution approach</vt:lpstr>
      <vt:lpstr>Implementation Roadmap</vt:lpstr>
      <vt:lpstr>Hexaware Team and efforts</vt:lpstr>
      <vt:lpstr>Belfius stakeholder support during the project</vt:lpstr>
      <vt:lpstr>Key Benefits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bachtiar nurhakim</dc:creator>
  <cp:lastModifiedBy>Shivaji sudarshan Pai</cp:lastModifiedBy>
  <cp:revision>30</cp:revision>
  <dcterms:created xsi:type="dcterms:W3CDTF">2019-03-23T02:59:09Z</dcterms:created>
  <dcterms:modified xsi:type="dcterms:W3CDTF">2022-09-23T13:57:49Z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0x0101005B0608C8D36F634AAF719077DBABF93C</vt:lpwstr>
  </property>
</Properties>
</file>