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3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" t="4341" b="11305"/>
          <a:stretch/>
        </p:blipFill>
        <p:spPr>
          <a:xfrm>
            <a:off x="0" y="-23150"/>
            <a:ext cx="12192000" cy="688693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0" y="4514127"/>
            <a:ext cx="12192000" cy="234387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56" name="Freeform 31"/>
          <p:cNvSpPr>
            <a:spLocks/>
          </p:cNvSpPr>
          <p:nvPr userDrawn="1"/>
        </p:nvSpPr>
        <p:spPr bwMode="auto">
          <a:xfrm>
            <a:off x="7162800" y="2468563"/>
            <a:ext cx="19050" cy="31750"/>
          </a:xfrm>
          <a:custGeom>
            <a:avLst/>
            <a:gdLst>
              <a:gd name="T0" fmla="*/ 0 w 12"/>
              <a:gd name="T1" fmla="*/ 0 h 20"/>
              <a:gd name="T2" fmla="*/ 12 w 12"/>
              <a:gd name="T3" fmla="*/ 20 h 20"/>
              <a:gd name="T4" fmla="*/ 0 w 12"/>
              <a:gd name="T5" fmla="*/ 20 h 20"/>
              <a:gd name="T6" fmla="*/ 0 w 12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20">
                <a:moveTo>
                  <a:pt x="0" y="0"/>
                </a:moveTo>
                <a:lnTo>
                  <a:pt x="1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80475" y="2082255"/>
            <a:ext cx="2885470" cy="1552767"/>
            <a:chOff x="477838" y="1695451"/>
            <a:chExt cx="2227262" cy="1198563"/>
          </a:xfrm>
        </p:grpSpPr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1279525" y="1695451"/>
              <a:ext cx="268287" cy="752475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1655763" y="1884364"/>
              <a:ext cx="230187" cy="563563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1843088" y="2297114"/>
              <a:ext cx="150812" cy="150813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1774825" y="1695451"/>
              <a:ext cx="150812" cy="150813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1190625" y="1997076"/>
              <a:ext cx="485775" cy="150813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77838" y="2600326"/>
              <a:ext cx="96837" cy="293688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654050" y="2600326"/>
              <a:ext cx="96837" cy="293688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3713" y="2714626"/>
              <a:ext cx="211137" cy="65088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760413" y="2600326"/>
              <a:ext cx="244475" cy="292100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1008063" y="2600326"/>
              <a:ext cx="280987" cy="293688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 noEditPoints="1"/>
            </p:cNvSpPr>
            <p:nvPr userDrawn="1"/>
          </p:nvSpPr>
          <p:spPr bwMode="auto">
            <a:xfrm>
              <a:off x="1277938" y="2600326"/>
              <a:ext cx="271462" cy="293688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1563688" y="2600326"/>
              <a:ext cx="387350" cy="293688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 noEditPoints="1"/>
            </p:cNvSpPr>
            <p:nvPr userDrawn="1"/>
          </p:nvSpPr>
          <p:spPr bwMode="auto">
            <a:xfrm>
              <a:off x="1898650" y="2600326"/>
              <a:ext cx="273050" cy="293688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 userDrawn="1"/>
          </p:nvSpPr>
          <p:spPr bwMode="auto">
            <a:xfrm>
              <a:off x="2276475" y="2730501"/>
              <a:ext cx="153987" cy="16351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 noEditPoints="1"/>
            </p:cNvSpPr>
            <p:nvPr userDrawn="1"/>
          </p:nvSpPr>
          <p:spPr bwMode="auto">
            <a:xfrm>
              <a:off x="2195513" y="2600326"/>
              <a:ext cx="260350" cy="293688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"/>
            <p:cNvSpPr>
              <a:spLocks/>
            </p:cNvSpPr>
            <p:nvPr userDrawn="1"/>
          </p:nvSpPr>
          <p:spPr bwMode="auto">
            <a:xfrm>
              <a:off x="2460625" y="2600326"/>
              <a:ext cx="244475" cy="292100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2" name="Title 2"/>
          <p:cNvSpPr>
            <a:spLocks noGrp="1"/>
          </p:cNvSpPr>
          <p:nvPr>
            <p:ph type="title"/>
          </p:nvPr>
        </p:nvSpPr>
        <p:spPr>
          <a:xfrm>
            <a:off x="461079" y="4718050"/>
            <a:ext cx="8208468" cy="1141943"/>
          </a:xfrm>
        </p:spPr>
        <p:txBody>
          <a:bodyPr>
            <a:normAutofit/>
          </a:bodyPr>
          <a:lstStyle>
            <a:lvl1pPr algn="l">
              <a:defRPr sz="4200" b="1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89558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4">
            <a:extLst>
              <a:ext uri="{FF2B5EF4-FFF2-40B4-BE49-F238E27FC236}">
                <a16:creationId xmlns:a16="http://schemas.microsoft.com/office/drawing/2014/main" id="{40948039-2D63-4631-B978-091599F1E8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765766" y="296999"/>
            <a:ext cx="1257954" cy="676946"/>
            <a:chOff x="301" y="1068"/>
            <a:chExt cx="1403" cy="755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F5E939C8-6EE2-4F31-A471-FA0F5C085D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E003AF87-2E71-4A41-A135-E2261EF262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7FD44C1F-63E6-4A0C-8232-1AD965F207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824B788F-AAD2-4934-A7BC-172E2FBC0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0BA9AA0A-E8DF-47A8-BFDD-950F8BE76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C3B4E7ED-47BB-431F-99C3-CE159842A9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69BA6F51-E7B9-431A-A862-0C5B9FF7E3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4B3B7C8E-68FB-4E57-8D30-B1F475E3D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1" y="1710"/>
              <a:ext cx="136" cy="5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7BDCE649-770F-4098-810E-B3F01E35AD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94D1DCBB-1CC0-4830-B0EF-F09C92BE2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F485E763-311F-40BA-A249-25792ABD87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F948062C-ED59-4088-80DE-80A22E46E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8AAF0CF2-DB70-44D5-B769-FAF6510CBC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46B929AA-8B58-4AA0-A492-00F42F903E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C79C0FCF-D26C-4BCC-99F6-BED7D518AA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1099AB85-C1AD-4ADA-AA4A-5E0C37C59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21" name="Picture 12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6" t="-30" r="17238" b="351"/>
          <a:stretch/>
        </p:blipFill>
        <p:spPr>
          <a:xfrm>
            <a:off x="3" y="0"/>
            <a:ext cx="12235768" cy="6867525"/>
          </a:xfrm>
          <a:prstGeom prst="rect">
            <a:avLst/>
          </a:prstGeom>
        </p:spPr>
      </p:pic>
      <p:sp>
        <p:nvSpPr>
          <p:cNvPr id="125" name="Round Same Side Corner Rectangle 124"/>
          <p:cNvSpPr/>
          <p:nvPr userDrawn="1"/>
        </p:nvSpPr>
        <p:spPr>
          <a:xfrm rot="5400000">
            <a:off x="752387" y="2980165"/>
            <a:ext cx="849748" cy="235452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9" name="Group 4"/>
          <p:cNvGrpSpPr>
            <a:grpSpLocks noChangeAspect="1"/>
          </p:cNvGrpSpPr>
          <p:nvPr userDrawn="1"/>
        </p:nvGrpSpPr>
        <p:grpSpPr bwMode="auto">
          <a:xfrm>
            <a:off x="10893274" y="279177"/>
            <a:ext cx="1130445" cy="608329"/>
            <a:chOff x="301" y="1068"/>
            <a:chExt cx="1403" cy="755"/>
          </a:xfrm>
        </p:grpSpPr>
        <p:sp>
          <p:nvSpPr>
            <p:cNvPr id="130" name="Freeform 6"/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7"/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8"/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9"/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0"/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11"/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12"/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13"/>
            <p:cNvSpPr>
              <a:spLocks/>
            </p:cNvSpPr>
            <p:nvPr userDrawn="1"/>
          </p:nvSpPr>
          <p:spPr bwMode="auto">
            <a:xfrm>
              <a:off x="311" y="1710"/>
              <a:ext cx="136" cy="5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14"/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5"/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16"/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17"/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8"/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9"/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20"/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21"/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9311326" y="5718629"/>
            <a:ext cx="2924216" cy="946850"/>
            <a:chOff x="9772649" y="5878935"/>
            <a:chExt cx="2429133" cy="786544"/>
          </a:xfrm>
        </p:grpSpPr>
        <p:sp>
          <p:nvSpPr>
            <p:cNvPr id="123" name="Round Same Side Corner Rectangle 122"/>
            <p:cNvSpPr/>
            <p:nvPr userDrawn="1"/>
          </p:nvSpPr>
          <p:spPr>
            <a:xfrm rot="16200000">
              <a:off x="10593944" y="5057640"/>
              <a:ext cx="786544" cy="24291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alpha val="73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/>
            <p:cNvSpPr/>
            <p:nvPr userDrawn="1"/>
          </p:nvSpPr>
          <p:spPr bwMode="auto">
            <a:xfrm>
              <a:off x="9879066" y="5954679"/>
              <a:ext cx="626083" cy="626083"/>
            </a:xfrm>
            <a:prstGeom prst="ellipse">
              <a:avLst/>
            </a:prstGeom>
            <a:blipFill dpi="0" rotWithShape="1">
              <a:blip r:embed="rId3"/>
              <a:srcRect/>
              <a:tile tx="0" ty="38100" sx="67000" sy="67000" flip="x" algn="ctr"/>
            </a:blipFill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endParaRPr>
            </a:p>
          </p:txBody>
        </p:sp>
        <p:sp>
          <p:nvSpPr>
            <p:cNvPr id="147" name="Oval 146"/>
            <p:cNvSpPr/>
            <p:nvPr userDrawn="1"/>
          </p:nvSpPr>
          <p:spPr bwMode="auto">
            <a:xfrm>
              <a:off x="10661758" y="5969895"/>
              <a:ext cx="626083" cy="626083"/>
            </a:xfrm>
            <a:prstGeom prst="ellipse">
              <a:avLst/>
            </a:prstGeom>
            <a:blipFill dpi="0" rotWithShape="1">
              <a:blip r:embed="rId4"/>
              <a:srcRect/>
              <a:tile tx="-44450" ty="38100" sx="33000" sy="33000" flip="x" algn="ctr"/>
            </a:blipFill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endParaRPr>
            </a:p>
          </p:txBody>
        </p:sp>
        <p:sp>
          <p:nvSpPr>
            <p:cNvPr id="148" name="Oval 147"/>
            <p:cNvSpPr/>
            <p:nvPr userDrawn="1"/>
          </p:nvSpPr>
          <p:spPr bwMode="auto">
            <a:xfrm>
              <a:off x="11444451" y="5969895"/>
              <a:ext cx="626083" cy="626083"/>
            </a:xfrm>
            <a:prstGeom prst="ellipse">
              <a:avLst/>
            </a:prstGeom>
            <a:blipFill dpi="0" rotWithShape="1">
              <a:blip r:embed="rId5"/>
              <a:srcRect/>
              <a:tile tx="6350" ty="31750" sx="64000" sy="64000" flip="x" algn="ctr"/>
            </a:blipFill>
            <a:ln w="19050" cap="flat" cmpd="sng" algn="ctr">
              <a:solidFill>
                <a:schemeClr val="bg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endParaRPr>
            </a:p>
          </p:txBody>
        </p:sp>
      </p:grpSp>
      <p:pic>
        <p:nvPicPr>
          <p:cNvPr id="149" name="Picture 14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08" y="-12711"/>
            <a:ext cx="5899410" cy="343345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0" y="5011834"/>
            <a:ext cx="7819166" cy="958061"/>
          </a:xfrm>
          <a:prstGeom prst="rect">
            <a:avLst/>
          </a:prstGeom>
          <a:solidFill>
            <a:srgbClr val="FFFFFF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58" name="Title 2">
            <a:extLst>
              <a:ext uri="{FF2B5EF4-FFF2-40B4-BE49-F238E27FC236}">
                <a16:creationId xmlns:a16="http://schemas.microsoft.com/office/drawing/2014/main" id="{26EE4675-2040-4D5B-AD6B-5122AD4D3E54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60654" y="5011834"/>
            <a:ext cx="7658512" cy="958061"/>
          </a:xfrm>
        </p:spPr>
        <p:txBody>
          <a:bodyPr>
            <a:normAutofit/>
          </a:bodyPr>
          <a:lstStyle>
            <a:lvl1pPr algn="l">
              <a:defRPr sz="4200" b="1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2" name="Freeform 31"/>
          <p:cNvSpPr>
            <a:spLocks/>
          </p:cNvSpPr>
          <p:nvPr userDrawn="1"/>
        </p:nvSpPr>
        <p:spPr bwMode="auto">
          <a:xfrm>
            <a:off x="7162800" y="5554561"/>
            <a:ext cx="19050" cy="31750"/>
          </a:xfrm>
          <a:custGeom>
            <a:avLst/>
            <a:gdLst>
              <a:gd name="T0" fmla="*/ 0 w 12"/>
              <a:gd name="T1" fmla="*/ 0 h 20"/>
              <a:gd name="T2" fmla="*/ 12 w 12"/>
              <a:gd name="T3" fmla="*/ 20 h 20"/>
              <a:gd name="T4" fmla="*/ 0 w 12"/>
              <a:gd name="T5" fmla="*/ 20 h 20"/>
              <a:gd name="T6" fmla="*/ 0 w 12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20">
                <a:moveTo>
                  <a:pt x="0" y="0"/>
                </a:moveTo>
                <a:lnTo>
                  <a:pt x="1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4" y="3934369"/>
            <a:ext cx="2074950" cy="4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5372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684" y="1576515"/>
            <a:ext cx="11373491" cy="48976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8801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es without Top P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1159" y="1580016"/>
            <a:ext cx="5426192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131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  <a:lvl4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4pPr>
            <a:lvl5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5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59408" y="1588161"/>
            <a:ext cx="5426192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131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  <a:lvl4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4pPr>
            <a:lvl5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5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0021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c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718457"/>
            <a:ext cx="12192000" cy="1141943"/>
          </a:xfrm>
        </p:spPr>
        <p:txBody>
          <a:bodyPr>
            <a:normAutofit/>
          </a:bodyPr>
          <a:lstStyle>
            <a:lvl1pPr algn="ctr">
              <a:defRPr sz="4263" b="1">
                <a:solidFill>
                  <a:srgbClr val="4D4D4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12533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e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6858000"/>
          </a:xfrm>
          <a:prstGeom prst="rect">
            <a:avLst/>
          </a:prstGeom>
        </p:spPr>
      </p:pic>
      <p:sp>
        <p:nvSpPr>
          <p:cNvPr id="213" name="Title 2"/>
          <p:cNvSpPr>
            <a:spLocks noGrp="1"/>
          </p:cNvSpPr>
          <p:nvPr>
            <p:ph type="title"/>
          </p:nvPr>
        </p:nvSpPr>
        <p:spPr>
          <a:xfrm>
            <a:off x="229707" y="4502492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19050" y="6403143"/>
            <a:ext cx="2205385" cy="468925"/>
            <a:chOff x="19050" y="6029325"/>
            <a:chExt cx="3897313" cy="828675"/>
          </a:xfrm>
        </p:grpSpPr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 intensity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463483" y="1463484"/>
            <a:ext cx="7002313" cy="407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26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e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98"/>
            <a:ext cx="12192000" cy="6858000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19050" y="6403143"/>
            <a:ext cx="2205385" cy="468925"/>
            <a:chOff x="19050" y="6029325"/>
            <a:chExt cx="3897313" cy="828675"/>
          </a:xfrm>
        </p:grpSpPr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 intensity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6653170" y="1463484"/>
            <a:ext cx="7002313" cy="4075346"/>
          </a:xfrm>
          <a:prstGeom prst="rect">
            <a:avLst/>
          </a:prstGeom>
        </p:spPr>
      </p:pic>
      <p:sp>
        <p:nvSpPr>
          <p:cNvPr id="213" name="Title 2"/>
          <p:cNvSpPr>
            <a:spLocks noGrp="1"/>
          </p:cNvSpPr>
          <p:nvPr>
            <p:ph type="title"/>
          </p:nvPr>
        </p:nvSpPr>
        <p:spPr>
          <a:xfrm>
            <a:off x="7250396" y="4502492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44345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e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63"/>
            <a:ext cx="8691562" cy="6857642"/>
          </a:xfrm>
          <a:prstGeom prst="rect">
            <a:avLst/>
          </a:prstGeom>
        </p:spPr>
      </p:pic>
      <p:sp>
        <p:nvSpPr>
          <p:cNvPr id="15" name="Rectangle 14"/>
          <p:cNvSpPr>
            <a:spLocks noChangeArrowheads="1"/>
          </p:cNvSpPr>
          <p:nvPr userDrawn="1"/>
        </p:nvSpPr>
        <p:spPr bwMode="auto">
          <a:xfrm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9050" y="6029325"/>
            <a:ext cx="3897313" cy="828675"/>
            <a:chOff x="19050" y="6029325"/>
            <a:chExt cx="3897313" cy="828675"/>
          </a:xfrm>
        </p:grpSpPr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Rectangle 3"/>
          <p:cNvSpPr>
            <a:spLocks/>
          </p:cNvSpPr>
          <p:nvPr userDrawn="1"/>
        </p:nvSpPr>
        <p:spPr bwMode="auto">
          <a:xfrm>
            <a:off x="8267700" y="-4763"/>
            <a:ext cx="3924300" cy="6857642"/>
          </a:xfrm>
          <a:prstGeom prst="rect">
            <a:avLst/>
          </a:prstGeom>
          <a:solidFill>
            <a:srgbClr val="3D7A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213" name="Title 2"/>
          <p:cNvSpPr>
            <a:spLocks noGrp="1"/>
          </p:cNvSpPr>
          <p:nvPr>
            <p:ph type="title"/>
          </p:nvPr>
        </p:nvSpPr>
        <p:spPr>
          <a:xfrm>
            <a:off x="8343421" y="4634969"/>
            <a:ext cx="3848580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 bwMode="auto">
          <a:xfrm>
            <a:off x="8267700" y="-4763"/>
            <a:ext cx="0" cy="685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 intensity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264" y="2213"/>
            <a:ext cx="6280736" cy="365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2639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e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</a:schemeClr>
              </a:gs>
              <a:gs pos="50000">
                <a:schemeClr val="accent4">
                  <a:lumMod val="5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213" name="Title 2"/>
          <p:cNvSpPr>
            <a:spLocks noGrp="1"/>
          </p:cNvSpPr>
          <p:nvPr>
            <p:ph type="title"/>
          </p:nvPr>
        </p:nvSpPr>
        <p:spPr>
          <a:xfrm>
            <a:off x="897147" y="2623566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7383464" y="2370138"/>
            <a:ext cx="4803775" cy="4487863"/>
            <a:chOff x="4651" y="1493"/>
            <a:chExt cx="3026" cy="2827"/>
          </a:xfrm>
          <a:solidFill>
            <a:schemeClr val="bg1"/>
          </a:solidFill>
        </p:grpSpPr>
        <p:sp>
          <p:nvSpPr>
            <p:cNvPr id="7" name="Freeform 6"/>
            <p:cNvSpPr>
              <a:spLocks/>
            </p:cNvSpPr>
            <p:nvPr userDrawn="1"/>
          </p:nvSpPr>
          <p:spPr bwMode="auto">
            <a:xfrm>
              <a:off x="4991" y="1493"/>
              <a:ext cx="1007" cy="2827"/>
            </a:xfrm>
            <a:custGeom>
              <a:avLst/>
              <a:gdLst>
                <a:gd name="T0" fmla="*/ 1463 w 2016"/>
                <a:gd name="T1" fmla="*/ 0 h 5655"/>
                <a:gd name="T2" fmla="*/ 1463 w 2016"/>
                <a:gd name="T3" fmla="*/ 0 h 5655"/>
                <a:gd name="T4" fmla="*/ 1542 w 2016"/>
                <a:gd name="T5" fmla="*/ 6 h 5655"/>
                <a:gd name="T6" fmla="*/ 1618 w 2016"/>
                <a:gd name="T7" fmla="*/ 22 h 5655"/>
                <a:gd name="T8" fmla="*/ 1687 w 2016"/>
                <a:gd name="T9" fmla="*/ 48 h 5655"/>
                <a:gd name="T10" fmla="*/ 1753 w 2016"/>
                <a:gd name="T11" fmla="*/ 83 h 5655"/>
                <a:gd name="T12" fmla="*/ 1814 w 2016"/>
                <a:gd name="T13" fmla="*/ 127 h 5655"/>
                <a:gd name="T14" fmla="*/ 1867 w 2016"/>
                <a:gd name="T15" fmla="*/ 176 h 5655"/>
                <a:gd name="T16" fmla="*/ 1913 w 2016"/>
                <a:gd name="T17" fmla="*/ 233 h 5655"/>
                <a:gd name="T18" fmla="*/ 1952 w 2016"/>
                <a:gd name="T19" fmla="*/ 296 h 5655"/>
                <a:gd name="T20" fmla="*/ 1983 w 2016"/>
                <a:gd name="T21" fmla="*/ 362 h 5655"/>
                <a:gd name="T22" fmla="*/ 2003 w 2016"/>
                <a:gd name="T23" fmla="*/ 433 h 5655"/>
                <a:gd name="T24" fmla="*/ 2016 w 2016"/>
                <a:gd name="T25" fmla="*/ 509 h 5655"/>
                <a:gd name="T26" fmla="*/ 2016 w 2016"/>
                <a:gd name="T27" fmla="*/ 586 h 5655"/>
                <a:gd name="T28" fmla="*/ 2007 w 2016"/>
                <a:gd name="T29" fmla="*/ 665 h 5655"/>
                <a:gd name="T30" fmla="*/ 1098 w 2016"/>
                <a:gd name="T31" fmla="*/ 5209 h 5655"/>
                <a:gd name="T32" fmla="*/ 1080 w 2016"/>
                <a:gd name="T33" fmla="*/ 5279 h 5655"/>
                <a:gd name="T34" fmla="*/ 1052 w 2016"/>
                <a:gd name="T35" fmla="*/ 5343 h 5655"/>
                <a:gd name="T36" fmla="*/ 1019 w 2016"/>
                <a:gd name="T37" fmla="*/ 5402 h 5655"/>
                <a:gd name="T38" fmla="*/ 979 w 2016"/>
                <a:gd name="T39" fmla="*/ 5457 h 5655"/>
                <a:gd name="T40" fmla="*/ 931 w 2016"/>
                <a:gd name="T41" fmla="*/ 5506 h 5655"/>
                <a:gd name="T42" fmla="*/ 878 w 2016"/>
                <a:gd name="T43" fmla="*/ 5550 h 5655"/>
                <a:gd name="T44" fmla="*/ 821 w 2016"/>
                <a:gd name="T45" fmla="*/ 5585 h 5655"/>
                <a:gd name="T46" fmla="*/ 758 w 2016"/>
                <a:gd name="T47" fmla="*/ 5615 h 5655"/>
                <a:gd name="T48" fmla="*/ 694 w 2016"/>
                <a:gd name="T49" fmla="*/ 5637 h 5655"/>
                <a:gd name="T50" fmla="*/ 624 w 2016"/>
                <a:gd name="T51" fmla="*/ 5649 h 5655"/>
                <a:gd name="T52" fmla="*/ 555 w 2016"/>
                <a:gd name="T53" fmla="*/ 5655 h 5655"/>
                <a:gd name="T54" fmla="*/ 476 w 2016"/>
                <a:gd name="T55" fmla="*/ 5649 h 5655"/>
                <a:gd name="T56" fmla="*/ 400 w 2016"/>
                <a:gd name="T57" fmla="*/ 5633 h 5655"/>
                <a:gd name="T58" fmla="*/ 329 w 2016"/>
                <a:gd name="T59" fmla="*/ 5607 h 5655"/>
                <a:gd name="T60" fmla="*/ 263 w 2016"/>
                <a:gd name="T61" fmla="*/ 5572 h 5655"/>
                <a:gd name="T62" fmla="*/ 202 w 2016"/>
                <a:gd name="T63" fmla="*/ 5530 h 5655"/>
                <a:gd name="T64" fmla="*/ 149 w 2016"/>
                <a:gd name="T65" fmla="*/ 5479 h 5655"/>
                <a:gd name="T66" fmla="*/ 103 w 2016"/>
                <a:gd name="T67" fmla="*/ 5422 h 5655"/>
                <a:gd name="T68" fmla="*/ 64 w 2016"/>
                <a:gd name="T69" fmla="*/ 5359 h 5655"/>
                <a:gd name="T70" fmla="*/ 33 w 2016"/>
                <a:gd name="T71" fmla="*/ 5293 h 5655"/>
                <a:gd name="T72" fmla="*/ 13 w 2016"/>
                <a:gd name="T73" fmla="*/ 5222 h 5655"/>
                <a:gd name="T74" fmla="*/ 2 w 2016"/>
                <a:gd name="T75" fmla="*/ 5146 h 5655"/>
                <a:gd name="T76" fmla="*/ 0 w 2016"/>
                <a:gd name="T77" fmla="*/ 5069 h 5655"/>
                <a:gd name="T78" fmla="*/ 9 w 2016"/>
                <a:gd name="T79" fmla="*/ 4992 h 5655"/>
                <a:gd name="T80" fmla="*/ 920 w 2016"/>
                <a:gd name="T81" fmla="*/ 446 h 5655"/>
                <a:gd name="T82" fmla="*/ 938 w 2016"/>
                <a:gd name="T83" fmla="*/ 378 h 5655"/>
                <a:gd name="T84" fmla="*/ 964 w 2016"/>
                <a:gd name="T85" fmla="*/ 312 h 5655"/>
                <a:gd name="T86" fmla="*/ 997 w 2016"/>
                <a:gd name="T87" fmla="*/ 254 h 5655"/>
                <a:gd name="T88" fmla="*/ 1039 w 2016"/>
                <a:gd name="T89" fmla="*/ 198 h 5655"/>
                <a:gd name="T90" fmla="*/ 1085 w 2016"/>
                <a:gd name="T91" fmla="*/ 149 h 5655"/>
                <a:gd name="T92" fmla="*/ 1138 w 2016"/>
                <a:gd name="T93" fmla="*/ 107 h 5655"/>
                <a:gd name="T94" fmla="*/ 1195 w 2016"/>
                <a:gd name="T95" fmla="*/ 70 h 5655"/>
                <a:gd name="T96" fmla="*/ 1258 w 2016"/>
                <a:gd name="T97" fmla="*/ 41 h 5655"/>
                <a:gd name="T98" fmla="*/ 1324 w 2016"/>
                <a:gd name="T99" fmla="*/ 19 h 5655"/>
                <a:gd name="T100" fmla="*/ 1392 w 2016"/>
                <a:gd name="T101" fmla="*/ 6 h 5655"/>
                <a:gd name="T102" fmla="*/ 1463 w 2016"/>
                <a:gd name="T103" fmla="*/ 0 h 5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6" h="5655">
                  <a:moveTo>
                    <a:pt x="1463" y="0"/>
                  </a:moveTo>
                  <a:lnTo>
                    <a:pt x="1463" y="0"/>
                  </a:lnTo>
                  <a:lnTo>
                    <a:pt x="1542" y="6"/>
                  </a:lnTo>
                  <a:lnTo>
                    <a:pt x="1618" y="22"/>
                  </a:lnTo>
                  <a:lnTo>
                    <a:pt x="1687" y="48"/>
                  </a:lnTo>
                  <a:lnTo>
                    <a:pt x="1753" y="83"/>
                  </a:lnTo>
                  <a:lnTo>
                    <a:pt x="1814" y="127"/>
                  </a:lnTo>
                  <a:lnTo>
                    <a:pt x="1867" y="176"/>
                  </a:lnTo>
                  <a:lnTo>
                    <a:pt x="1913" y="233"/>
                  </a:lnTo>
                  <a:lnTo>
                    <a:pt x="1952" y="296"/>
                  </a:lnTo>
                  <a:lnTo>
                    <a:pt x="1983" y="362"/>
                  </a:lnTo>
                  <a:lnTo>
                    <a:pt x="2003" y="433"/>
                  </a:lnTo>
                  <a:lnTo>
                    <a:pt x="2016" y="509"/>
                  </a:lnTo>
                  <a:lnTo>
                    <a:pt x="2016" y="586"/>
                  </a:lnTo>
                  <a:lnTo>
                    <a:pt x="2007" y="665"/>
                  </a:lnTo>
                  <a:lnTo>
                    <a:pt x="1098" y="5209"/>
                  </a:lnTo>
                  <a:lnTo>
                    <a:pt x="1080" y="5279"/>
                  </a:lnTo>
                  <a:lnTo>
                    <a:pt x="1052" y="5343"/>
                  </a:lnTo>
                  <a:lnTo>
                    <a:pt x="1019" y="5402"/>
                  </a:lnTo>
                  <a:lnTo>
                    <a:pt x="979" y="5457"/>
                  </a:lnTo>
                  <a:lnTo>
                    <a:pt x="931" y="5506"/>
                  </a:lnTo>
                  <a:lnTo>
                    <a:pt x="878" y="5550"/>
                  </a:lnTo>
                  <a:lnTo>
                    <a:pt x="821" y="5585"/>
                  </a:lnTo>
                  <a:lnTo>
                    <a:pt x="758" y="5615"/>
                  </a:lnTo>
                  <a:lnTo>
                    <a:pt x="694" y="5637"/>
                  </a:lnTo>
                  <a:lnTo>
                    <a:pt x="624" y="5649"/>
                  </a:lnTo>
                  <a:lnTo>
                    <a:pt x="555" y="5655"/>
                  </a:lnTo>
                  <a:lnTo>
                    <a:pt x="476" y="5649"/>
                  </a:lnTo>
                  <a:lnTo>
                    <a:pt x="400" y="5633"/>
                  </a:lnTo>
                  <a:lnTo>
                    <a:pt x="329" y="5607"/>
                  </a:lnTo>
                  <a:lnTo>
                    <a:pt x="263" y="5572"/>
                  </a:lnTo>
                  <a:lnTo>
                    <a:pt x="202" y="5530"/>
                  </a:lnTo>
                  <a:lnTo>
                    <a:pt x="149" y="5479"/>
                  </a:lnTo>
                  <a:lnTo>
                    <a:pt x="103" y="5422"/>
                  </a:lnTo>
                  <a:lnTo>
                    <a:pt x="64" y="5359"/>
                  </a:lnTo>
                  <a:lnTo>
                    <a:pt x="33" y="5293"/>
                  </a:lnTo>
                  <a:lnTo>
                    <a:pt x="13" y="5222"/>
                  </a:lnTo>
                  <a:lnTo>
                    <a:pt x="2" y="5146"/>
                  </a:lnTo>
                  <a:lnTo>
                    <a:pt x="0" y="5069"/>
                  </a:lnTo>
                  <a:lnTo>
                    <a:pt x="9" y="4992"/>
                  </a:lnTo>
                  <a:lnTo>
                    <a:pt x="920" y="446"/>
                  </a:lnTo>
                  <a:lnTo>
                    <a:pt x="938" y="378"/>
                  </a:lnTo>
                  <a:lnTo>
                    <a:pt x="964" y="312"/>
                  </a:lnTo>
                  <a:lnTo>
                    <a:pt x="997" y="254"/>
                  </a:lnTo>
                  <a:lnTo>
                    <a:pt x="1039" y="198"/>
                  </a:lnTo>
                  <a:lnTo>
                    <a:pt x="1085" y="149"/>
                  </a:lnTo>
                  <a:lnTo>
                    <a:pt x="1138" y="107"/>
                  </a:lnTo>
                  <a:lnTo>
                    <a:pt x="1195" y="70"/>
                  </a:lnTo>
                  <a:lnTo>
                    <a:pt x="1258" y="41"/>
                  </a:lnTo>
                  <a:lnTo>
                    <a:pt x="1324" y="19"/>
                  </a:lnTo>
                  <a:lnTo>
                    <a:pt x="1392" y="6"/>
                  </a:lnTo>
                  <a:lnTo>
                    <a:pt x="14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auto">
            <a:xfrm>
              <a:off x="6404" y="2199"/>
              <a:ext cx="867" cy="2121"/>
            </a:xfrm>
            <a:custGeom>
              <a:avLst/>
              <a:gdLst>
                <a:gd name="T0" fmla="*/ 1179 w 1733"/>
                <a:gd name="T1" fmla="*/ 0 h 4241"/>
                <a:gd name="T2" fmla="*/ 1258 w 1733"/>
                <a:gd name="T3" fmla="*/ 5 h 4241"/>
                <a:gd name="T4" fmla="*/ 1333 w 1733"/>
                <a:gd name="T5" fmla="*/ 22 h 4241"/>
                <a:gd name="T6" fmla="*/ 1405 w 1733"/>
                <a:gd name="T7" fmla="*/ 48 h 4241"/>
                <a:gd name="T8" fmla="*/ 1471 w 1733"/>
                <a:gd name="T9" fmla="*/ 83 h 4241"/>
                <a:gd name="T10" fmla="*/ 1531 w 1733"/>
                <a:gd name="T11" fmla="*/ 125 h 4241"/>
                <a:gd name="T12" fmla="*/ 1585 w 1733"/>
                <a:gd name="T13" fmla="*/ 176 h 4241"/>
                <a:gd name="T14" fmla="*/ 1630 w 1733"/>
                <a:gd name="T15" fmla="*/ 233 h 4241"/>
                <a:gd name="T16" fmla="*/ 1669 w 1733"/>
                <a:gd name="T17" fmla="*/ 295 h 4241"/>
                <a:gd name="T18" fmla="*/ 1700 w 1733"/>
                <a:gd name="T19" fmla="*/ 362 h 4241"/>
                <a:gd name="T20" fmla="*/ 1720 w 1733"/>
                <a:gd name="T21" fmla="*/ 433 h 4241"/>
                <a:gd name="T22" fmla="*/ 1731 w 1733"/>
                <a:gd name="T23" fmla="*/ 508 h 4241"/>
                <a:gd name="T24" fmla="*/ 1733 w 1733"/>
                <a:gd name="T25" fmla="*/ 586 h 4241"/>
                <a:gd name="T26" fmla="*/ 1722 w 1733"/>
                <a:gd name="T27" fmla="*/ 663 h 4241"/>
                <a:gd name="T28" fmla="*/ 1096 w 1733"/>
                <a:gd name="T29" fmla="*/ 3795 h 4241"/>
                <a:gd name="T30" fmla="*/ 1078 w 1733"/>
                <a:gd name="T31" fmla="*/ 3865 h 4241"/>
                <a:gd name="T32" fmla="*/ 1052 w 1733"/>
                <a:gd name="T33" fmla="*/ 3929 h 4241"/>
                <a:gd name="T34" fmla="*/ 1017 w 1733"/>
                <a:gd name="T35" fmla="*/ 3988 h 4241"/>
                <a:gd name="T36" fmla="*/ 977 w 1733"/>
                <a:gd name="T37" fmla="*/ 4043 h 4241"/>
                <a:gd name="T38" fmla="*/ 931 w 1733"/>
                <a:gd name="T39" fmla="*/ 4092 h 4241"/>
                <a:gd name="T40" fmla="*/ 878 w 1733"/>
                <a:gd name="T41" fmla="*/ 4136 h 4241"/>
                <a:gd name="T42" fmla="*/ 821 w 1733"/>
                <a:gd name="T43" fmla="*/ 4171 h 4241"/>
                <a:gd name="T44" fmla="*/ 758 w 1733"/>
                <a:gd name="T45" fmla="*/ 4201 h 4241"/>
                <a:gd name="T46" fmla="*/ 692 w 1733"/>
                <a:gd name="T47" fmla="*/ 4223 h 4241"/>
                <a:gd name="T48" fmla="*/ 624 w 1733"/>
                <a:gd name="T49" fmla="*/ 4235 h 4241"/>
                <a:gd name="T50" fmla="*/ 553 w 1733"/>
                <a:gd name="T51" fmla="*/ 4241 h 4241"/>
                <a:gd name="T52" fmla="*/ 474 w 1733"/>
                <a:gd name="T53" fmla="*/ 4235 h 4241"/>
                <a:gd name="T54" fmla="*/ 399 w 1733"/>
                <a:gd name="T55" fmla="*/ 4219 h 4241"/>
                <a:gd name="T56" fmla="*/ 329 w 1733"/>
                <a:gd name="T57" fmla="*/ 4193 h 4241"/>
                <a:gd name="T58" fmla="*/ 263 w 1733"/>
                <a:gd name="T59" fmla="*/ 4158 h 4241"/>
                <a:gd name="T60" fmla="*/ 202 w 1733"/>
                <a:gd name="T61" fmla="*/ 4116 h 4241"/>
                <a:gd name="T62" fmla="*/ 149 w 1733"/>
                <a:gd name="T63" fmla="*/ 4065 h 4241"/>
                <a:gd name="T64" fmla="*/ 103 w 1733"/>
                <a:gd name="T65" fmla="*/ 4008 h 4241"/>
                <a:gd name="T66" fmla="*/ 65 w 1733"/>
                <a:gd name="T67" fmla="*/ 3945 h 4241"/>
                <a:gd name="T68" fmla="*/ 33 w 1733"/>
                <a:gd name="T69" fmla="*/ 3879 h 4241"/>
                <a:gd name="T70" fmla="*/ 11 w 1733"/>
                <a:gd name="T71" fmla="*/ 3808 h 4241"/>
                <a:gd name="T72" fmla="*/ 0 w 1733"/>
                <a:gd name="T73" fmla="*/ 3732 h 4241"/>
                <a:gd name="T74" fmla="*/ 0 w 1733"/>
                <a:gd name="T75" fmla="*/ 3655 h 4241"/>
                <a:gd name="T76" fmla="*/ 9 w 1733"/>
                <a:gd name="T77" fmla="*/ 3578 h 4241"/>
                <a:gd name="T78" fmla="*/ 635 w 1733"/>
                <a:gd name="T79" fmla="*/ 446 h 4241"/>
                <a:gd name="T80" fmla="*/ 654 w 1733"/>
                <a:gd name="T81" fmla="*/ 378 h 4241"/>
                <a:gd name="T82" fmla="*/ 681 w 1733"/>
                <a:gd name="T83" fmla="*/ 312 h 4241"/>
                <a:gd name="T84" fmla="*/ 714 w 1733"/>
                <a:gd name="T85" fmla="*/ 253 h 4241"/>
                <a:gd name="T86" fmla="*/ 755 w 1733"/>
                <a:gd name="T87" fmla="*/ 198 h 4241"/>
                <a:gd name="T88" fmla="*/ 803 w 1733"/>
                <a:gd name="T89" fmla="*/ 149 h 4241"/>
                <a:gd name="T90" fmla="*/ 856 w 1733"/>
                <a:gd name="T91" fmla="*/ 105 h 4241"/>
                <a:gd name="T92" fmla="*/ 913 w 1733"/>
                <a:gd name="T93" fmla="*/ 70 h 4241"/>
                <a:gd name="T94" fmla="*/ 975 w 1733"/>
                <a:gd name="T95" fmla="*/ 40 h 4241"/>
                <a:gd name="T96" fmla="*/ 1039 w 1733"/>
                <a:gd name="T97" fmla="*/ 18 h 4241"/>
                <a:gd name="T98" fmla="*/ 1109 w 1733"/>
                <a:gd name="T99" fmla="*/ 5 h 4241"/>
                <a:gd name="T100" fmla="*/ 1179 w 1733"/>
                <a:gd name="T101" fmla="*/ 0 h 4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33" h="4241">
                  <a:moveTo>
                    <a:pt x="1179" y="0"/>
                  </a:moveTo>
                  <a:lnTo>
                    <a:pt x="1258" y="5"/>
                  </a:lnTo>
                  <a:lnTo>
                    <a:pt x="1333" y="22"/>
                  </a:lnTo>
                  <a:lnTo>
                    <a:pt x="1405" y="48"/>
                  </a:lnTo>
                  <a:lnTo>
                    <a:pt x="1471" y="83"/>
                  </a:lnTo>
                  <a:lnTo>
                    <a:pt x="1531" y="125"/>
                  </a:lnTo>
                  <a:lnTo>
                    <a:pt x="1585" y="176"/>
                  </a:lnTo>
                  <a:lnTo>
                    <a:pt x="1630" y="233"/>
                  </a:lnTo>
                  <a:lnTo>
                    <a:pt x="1669" y="295"/>
                  </a:lnTo>
                  <a:lnTo>
                    <a:pt x="1700" y="362"/>
                  </a:lnTo>
                  <a:lnTo>
                    <a:pt x="1720" y="433"/>
                  </a:lnTo>
                  <a:lnTo>
                    <a:pt x="1731" y="508"/>
                  </a:lnTo>
                  <a:lnTo>
                    <a:pt x="1733" y="586"/>
                  </a:lnTo>
                  <a:lnTo>
                    <a:pt x="1722" y="663"/>
                  </a:lnTo>
                  <a:lnTo>
                    <a:pt x="1096" y="3795"/>
                  </a:lnTo>
                  <a:lnTo>
                    <a:pt x="1078" y="3865"/>
                  </a:lnTo>
                  <a:lnTo>
                    <a:pt x="1052" y="3929"/>
                  </a:lnTo>
                  <a:lnTo>
                    <a:pt x="1017" y="3988"/>
                  </a:lnTo>
                  <a:lnTo>
                    <a:pt x="977" y="4043"/>
                  </a:lnTo>
                  <a:lnTo>
                    <a:pt x="931" y="4092"/>
                  </a:lnTo>
                  <a:lnTo>
                    <a:pt x="878" y="4136"/>
                  </a:lnTo>
                  <a:lnTo>
                    <a:pt x="821" y="4171"/>
                  </a:lnTo>
                  <a:lnTo>
                    <a:pt x="758" y="4201"/>
                  </a:lnTo>
                  <a:lnTo>
                    <a:pt x="692" y="4223"/>
                  </a:lnTo>
                  <a:lnTo>
                    <a:pt x="624" y="4235"/>
                  </a:lnTo>
                  <a:lnTo>
                    <a:pt x="553" y="4241"/>
                  </a:lnTo>
                  <a:lnTo>
                    <a:pt x="474" y="4235"/>
                  </a:lnTo>
                  <a:lnTo>
                    <a:pt x="399" y="4219"/>
                  </a:lnTo>
                  <a:lnTo>
                    <a:pt x="329" y="4193"/>
                  </a:lnTo>
                  <a:lnTo>
                    <a:pt x="263" y="4158"/>
                  </a:lnTo>
                  <a:lnTo>
                    <a:pt x="202" y="4116"/>
                  </a:lnTo>
                  <a:lnTo>
                    <a:pt x="149" y="4065"/>
                  </a:lnTo>
                  <a:lnTo>
                    <a:pt x="103" y="4008"/>
                  </a:lnTo>
                  <a:lnTo>
                    <a:pt x="65" y="3945"/>
                  </a:lnTo>
                  <a:lnTo>
                    <a:pt x="33" y="3879"/>
                  </a:lnTo>
                  <a:lnTo>
                    <a:pt x="11" y="3808"/>
                  </a:lnTo>
                  <a:lnTo>
                    <a:pt x="0" y="3732"/>
                  </a:lnTo>
                  <a:lnTo>
                    <a:pt x="0" y="3655"/>
                  </a:lnTo>
                  <a:lnTo>
                    <a:pt x="9" y="3578"/>
                  </a:lnTo>
                  <a:lnTo>
                    <a:pt x="635" y="446"/>
                  </a:lnTo>
                  <a:lnTo>
                    <a:pt x="654" y="378"/>
                  </a:lnTo>
                  <a:lnTo>
                    <a:pt x="681" y="312"/>
                  </a:lnTo>
                  <a:lnTo>
                    <a:pt x="714" y="253"/>
                  </a:lnTo>
                  <a:lnTo>
                    <a:pt x="755" y="198"/>
                  </a:lnTo>
                  <a:lnTo>
                    <a:pt x="803" y="149"/>
                  </a:lnTo>
                  <a:lnTo>
                    <a:pt x="856" y="105"/>
                  </a:lnTo>
                  <a:lnTo>
                    <a:pt x="913" y="70"/>
                  </a:lnTo>
                  <a:lnTo>
                    <a:pt x="975" y="40"/>
                  </a:lnTo>
                  <a:lnTo>
                    <a:pt x="1039" y="18"/>
                  </a:lnTo>
                  <a:lnTo>
                    <a:pt x="1109" y="5"/>
                  </a:lnTo>
                  <a:lnTo>
                    <a:pt x="1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7112" y="3755"/>
              <a:ext cx="565" cy="565"/>
            </a:xfrm>
            <a:custGeom>
              <a:avLst/>
              <a:gdLst>
                <a:gd name="T0" fmla="*/ 565 w 1130"/>
                <a:gd name="T1" fmla="*/ 0 h 1131"/>
                <a:gd name="T2" fmla="*/ 642 w 1130"/>
                <a:gd name="T3" fmla="*/ 6 h 1131"/>
                <a:gd name="T4" fmla="*/ 716 w 1130"/>
                <a:gd name="T5" fmla="*/ 20 h 1131"/>
                <a:gd name="T6" fmla="*/ 785 w 1130"/>
                <a:gd name="T7" fmla="*/ 44 h 1131"/>
                <a:gd name="T8" fmla="*/ 850 w 1130"/>
                <a:gd name="T9" fmla="*/ 77 h 1131"/>
                <a:gd name="T10" fmla="*/ 910 w 1130"/>
                <a:gd name="T11" fmla="*/ 118 h 1131"/>
                <a:gd name="T12" fmla="*/ 965 w 1130"/>
                <a:gd name="T13" fmla="*/ 165 h 1131"/>
                <a:gd name="T14" fmla="*/ 1013 w 1130"/>
                <a:gd name="T15" fmla="*/ 220 h 1131"/>
                <a:gd name="T16" fmla="*/ 1053 w 1130"/>
                <a:gd name="T17" fmla="*/ 279 h 1131"/>
                <a:gd name="T18" fmla="*/ 1086 w 1130"/>
                <a:gd name="T19" fmla="*/ 345 h 1131"/>
                <a:gd name="T20" fmla="*/ 1110 w 1130"/>
                <a:gd name="T21" fmla="*/ 415 h 1131"/>
                <a:gd name="T22" fmla="*/ 1125 w 1130"/>
                <a:gd name="T23" fmla="*/ 488 h 1131"/>
                <a:gd name="T24" fmla="*/ 1130 w 1130"/>
                <a:gd name="T25" fmla="*/ 566 h 1131"/>
                <a:gd name="T26" fmla="*/ 1125 w 1130"/>
                <a:gd name="T27" fmla="*/ 643 h 1131"/>
                <a:gd name="T28" fmla="*/ 1110 w 1130"/>
                <a:gd name="T29" fmla="*/ 716 h 1131"/>
                <a:gd name="T30" fmla="*/ 1086 w 1130"/>
                <a:gd name="T31" fmla="*/ 786 h 1131"/>
                <a:gd name="T32" fmla="*/ 1053 w 1130"/>
                <a:gd name="T33" fmla="*/ 850 h 1131"/>
                <a:gd name="T34" fmla="*/ 1013 w 1130"/>
                <a:gd name="T35" fmla="*/ 911 h 1131"/>
                <a:gd name="T36" fmla="*/ 965 w 1130"/>
                <a:gd name="T37" fmla="*/ 966 h 1131"/>
                <a:gd name="T38" fmla="*/ 910 w 1130"/>
                <a:gd name="T39" fmla="*/ 1013 h 1131"/>
                <a:gd name="T40" fmla="*/ 850 w 1130"/>
                <a:gd name="T41" fmla="*/ 1054 h 1131"/>
                <a:gd name="T42" fmla="*/ 785 w 1130"/>
                <a:gd name="T43" fmla="*/ 1087 h 1131"/>
                <a:gd name="T44" fmla="*/ 716 w 1130"/>
                <a:gd name="T45" fmla="*/ 1111 h 1131"/>
                <a:gd name="T46" fmla="*/ 642 w 1130"/>
                <a:gd name="T47" fmla="*/ 1125 h 1131"/>
                <a:gd name="T48" fmla="*/ 565 w 1130"/>
                <a:gd name="T49" fmla="*/ 1131 h 1131"/>
                <a:gd name="T50" fmla="*/ 488 w 1130"/>
                <a:gd name="T51" fmla="*/ 1125 h 1131"/>
                <a:gd name="T52" fmla="*/ 415 w 1130"/>
                <a:gd name="T53" fmla="*/ 1111 h 1131"/>
                <a:gd name="T54" fmla="*/ 345 w 1130"/>
                <a:gd name="T55" fmla="*/ 1087 h 1131"/>
                <a:gd name="T56" fmla="*/ 281 w 1130"/>
                <a:gd name="T57" fmla="*/ 1054 h 1131"/>
                <a:gd name="T58" fmla="*/ 220 w 1130"/>
                <a:gd name="T59" fmla="*/ 1013 h 1131"/>
                <a:gd name="T60" fmla="*/ 165 w 1130"/>
                <a:gd name="T61" fmla="*/ 966 h 1131"/>
                <a:gd name="T62" fmla="*/ 117 w 1130"/>
                <a:gd name="T63" fmla="*/ 911 h 1131"/>
                <a:gd name="T64" fmla="*/ 77 w 1130"/>
                <a:gd name="T65" fmla="*/ 850 h 1131"/>
                <a:gd name="T66" fmla="*/ 44 w 1130"/>
                <a:gd name="T67" fmla="*/ 786 h 1131"/>
                <a:gd name="T68" fmla="*/ 20 w 1130"/>
                <a:gd name="T69" fmla="*/ 716 h 1131"/>
                <a:gd name="T70" fmla="*/ 5 w 1130"/>
                <a:gd name="T71" fmla="*/ 643 h 1131"/>
                <a:gd name="T72" fmla="*/ 0 w 1130"/>
                <a:gd name="T73" fmla="*/ 566 h 1131"/>
                <a:gd name="T74" fmla="*/ 5 w 1130"/>
                <a:gd name="T75" fmla="*/ 488 h 1131"/>
                <a:gd name="T76" fmla="*/ 20 w 1130"/>
                <a:gd name="T77" fmla="*/ 415 h 1131"/>
                <a:gd name="T78" fmla="*/ 44 w 1130"/>
                <a:gd name="T79" fmla="*/ 345 h 1131"/>
                <a:gd name="T80" fmla="*/ 77 w 1130"/>
                <a:gd name="T81" fmla="*/ 279 h 1131"/>
                <a:gd name="T82" fmla="*/ 117 w 1130"/>
                <a:gd name="T83" fmla="*/ 220 h 1131"/>
                <a:gd name="T84" fmla="*/ 165 w 1130"/>
                <a:gd name="T85" fmla="*/ 165 h 1131"/>
                <a:gd name="T86" fmla="*/ 220 w 1130"/>
                <a:gd name="T87" fmla="*/ 118 h 1131"/>
                <a:gd name="T88" fmla="*/ 281 w 1130"/>
                <a:gd name="T89" fmla="*/ 77 h 1131"/>
                <a:gd name="T90" fmla="*/ 345 w 1130"/>
                <a:gd name="T91" fmla="*/ 44 h 1131"/>
                <a:gd name="T92" fmla="*/ 415 w 1130"/>
                <a:gd name="T93" fmla="*/ 20 h 1131"/>
                <a:gd name="T94" fmla="*/ 488 w 1130"/>
                <a:gd name="T95" fmla="*/ 6 h 1131"/>
                <a:gd name="T96" fmla="*/ 565 w 1130"/>
                <a:gd name="T97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0" h="1131">
                  <a:moveTo>
                    <a:pt x="565" y="0"/>
                  </a:moveTo>
                  <a:lnTo>
                    <a:pt x="642" y="6"/>
                  </a:lnTo>
                  <a:lnTo>
                    <a:pt x="716" y="20"/>
                  </a:lnTo>
                  <a:lnTo>
                    <a:pt x="785" y="44"/>
                  </a:lnTo>
                  <a:lnTo>
                    <a:pt x="850" y="77"/>
                  </a:lnTo>
                  <a:lnTo>
                    <a:pt x="910" y="118"/>
                  </a:lnTo>
                  <a:lnTo>
                    <a:pt x="965" y="165"/>
                  </a:lnTo>
                  <a:lnTo>
                    <a:pt x="1013" y="220"/>
                  </a:lnTo>
                  <a:lnTo>
                    <a:pt x="1053" y="279"/>
                  </a:lnTo>
                  <a:lnTo>
                    <a:pt x="1086" y="345"/>
                  </a:lnTo>
                  <a:lnTo>
                    <a:pt x="1110" y="415"/>
                  </a:lnTo>
                  <a:lnTo>
                    <a:pt x="1125" y="488"/>
                  </a:lnTo>
                  <a:lnTo>
                    <a:pt x="1130" y="566"/>
                  </a:lnTo>
                  <a:lnTo>
                    <a:pt x="1125" y="643"/>
                  </a:lnTo>
                  <a:lnTo>
                    <a:pt x="1110" y="716"/>
                  </a:lnTo>
                  <a:lnTo>
                    <a:pt x="1086" y="786"/>
                  </a:lnTo>
                  <a:lnTo>
                    <a:pt x="1053" y="850"/>
                  </a:lnTo>
                  <a:lnTo>
                    <a:pt x="1013" y="911"/>
                  </a:lnTo>
                  <a:lnTo>
                    <a:pt x="965" y="966"/>
                  </a:lnTo>
                  <a:lnTo>
                    <a:pt x="910" y="1013"/>
                  </a:lnTo>
                  <a:lnTo>
                    <a:pt x="850" y="1054"/>
                  </a:lnTo>
                  <a:lnTo>
                    <a:pt x="785" y="1087"/>
                  </a:lnTo>
                  <a:lnTo>
                    <a:pt x="716" y="1111"/>
                  </a:lnTo>
                  <a:lnTo>
                    <a:pt x="642" y="1125"/>
                  </a:lnTo>
                  <a:lnTo>
                    <a:pt x="565" y="1131"/>
                  </a:lnTo>
                  <a:lnTo>
                    <a:pt x="488" y="1125"/>
                  </a:lnTo>
                  <a:lnTo>
                    <a:pt x="415" y="1111"/>
                  </a:lnTo>
                  <a:lnTo>
                    <a:pt x="345" y="1087"/>
                  </a:lnTo>
                  <a:lnTo>
                    <a:pt x="281" y="1054"/>
                  </a:lnTo>
                  <a:lnTo>
                    <a:pt x="220" y="1013"/>
                  </a:lnTo>
                  <a:lnTo>
                    <a:pt x="165" y="966"/>
                  </a:lnTo>
                  <a:lnTo>
                    <a:pt x="117" y="911"/>
                  </a:lnTo>
                  <a:lnTo>
                    <a:pt x="77" y="850"/>
                  </a:lnTo>
                  <a:lnTo>
                    <a:pt x="44" y="786"/>
                  </a:lnTo>
                  <a:lnTo>
                    <a:pt x="20" y="716"/>
                  </a:lnTo>
                  <a:lnTo>
                    <a:pt x="5" y="643"/>
                  </a:lnTo>
                  <a:lnTo>
                    <a:pt x="0" y="566"/>
                  </a:lnTo>
                  <a:lnTo>
                    <a:pt x="5" y="488"/>
                  </a:lnTo>
                  <a:lnTo>
                    <a:pt x="20" y="415"/>
                  </a:lnTo>
                  <a:lnTo>
                    <a:pt x="44" y="345"/>
                  </a:lnTo>
                  <a:lnTo>
                    <a:pt x="77" y="279"/>
                  </a:lnTo>
                  <a:lnTo>
                    <a:pt x="117" y="220"/>
                  </a:lnTo>
                  <a:lnTo>
                    <a:pt x="165" y="165"/>
                  </a:lnTo>
                  <a:lnTo>
                    <a:pt x="220" y="118"/>
                  </a:lnTo>
                  <a:lnTo>
                    <a:pt x="281" y="77"/>
                  </a:lnTo>
                  <a:lnTo>
                    <a:pt x="345" y="44"/>
                  </a:lnTo>
                  <a:lnTo>
                    <a:pt x="415" y="20"/>
                  </a:lnTo>
                  <a:lnTo>
                    <a:pt x="488" y="6"/>
                  </a:lnTo>
                  <a:lnTo>
                    <a:pt x="5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6853" y="1494"/>
              <a:ext cx="565" cy="565"/>
            </a:xfrm>
            <a:custGeom>
              <a:avLst/>
              <a:gdLst>
                <a:gd name="T0" fmla="*/ 565 w 1131"/>
                <a:gd name="T1" fmla="*/ 0 h 1131"/>
                <a:gd name="T2" fmla="*/ 641 w 1131"/>
                <a:gd name="T3" fmla="*/ 6 h 1131"/>
                <a:gd name="T4" fmla="*/ 714 w 1131"/>
                <a:gd name="T5" fmla="*/ 20 h 1131"/>
                <a:gd name="T6" fmla="*/ 784 w 1131"/>
                <a:gd name="T7" fmla="*/ 46 h 1131"/>
                <a:gd name="T8" fmla="*/ 850 w 1131"/>
                <a:gd name="T9" fmla="*/ 79 h 1131"/>
                <a:gd name="T10" fmla="*/ 911 w 1131"/>
                <a:gd name="T11" fmla="*/ 119 h 1131"/>
                <a:gd name="T12" fmla="*/ 964 w 1131"/>
                <a:gd name="T13" fmla="*/ 167 h 1131"/>
                <a:gd name="T14" fmla="*/ 1011 w 1131"/>
                <a:gd name="T15" fmla="*/ 220 h 1131"/>
                <a:gd name="T16" fmla="*/ 1054 w 1131"/>
                <a:gd name="T17" fmla="*/ 281 h 1131"/>
                <a:gd name="T18" fmla="*/ 1085 w 1131"/>
                <a:gd name="T19" fmla="*/ 347 h 1131"/>
                <a:gd name="T20" fmla="*/ 1111 w 1131"/>
                <a:gd name="T21" fmla="*/ 417 h 1131"/>
                <a:gd name="T22" fmla="*/ 1125 w 1131"/>
                <a:gd name="T23" fmla="*/ 490 h 1131"/>
                <a:gd name="T24" fmla="*/ 1131 w 1131"/>
                <a:gd name="T25" fmla="*/ 565 h 1131"/>
                <a:gd name="T26" fmla="*/ 1125 w 1131"/>
                <a:gd name="T27" fmla="*/ 643 h 1131"/>
                <a:gd name="T28" fmla="*/ 1111 w 1131"/>
                <a:gd name="T29" fmla="*/ 716 h 1131"/>
                <a:gd name="T30" fmla="*/ 1085 w 1131"/>
                <a:gd name="T31" fmla="*/ 786 h 1131"/>
                <a:gd name="T32" fmla="*/ 1054 w 1131"/>
                <a:gd name="T33" fmla="*/ 852 h 1131"/>
                <a:gd name="T34" fmla="*/ 1011 w 1131"/>
                <a:gd name="T35" fmla="*/ 912 h 1131"/>
                <a:gd name="T36" fmla="*/ 964 w 1131"/>
                <a:gd name="T37" fmla="*/ 966 h 1131"/>
                <a:gd name="T38" fmla="*/ 911 w 1131"/>
                <a:gd name="T39" fmla="*/ 1013 h 1131"/>
                <a:gd name="T40" fmla="*/ 850 w 1131"/>
                <a:gd name="T41" fmla="*/ 1054 h 1131"/>
                <a:gd name="T42" fmla="*/ 784 w 1131"/>
                <a:gd name="T43" fmla="*/ 1087 h 1131"/>
                <a:gd name="T44" fmla="*/ 714 w 1131"/>
                <a:gd name="T45" fmla="*/ 1111 h 1131"/>
                <a:gd name="T46" fmla="*/ 641 w 1131"/>
                <a:gd name="T47" fmla="*/ 1127 h 1131"/>
                <a:gd name="T48" fmla="*/ 565 w 1131"/>
                <a:gd name="T49" fmla="*/ 1131 h 1131"/>
                <a:gd name="T50" fmla="*/ 488 w 1131"/>
                <a:gd name="T51" fmla="*/ 1127 h 1131"/>
                <a:gd name="T52" fmla="*/ 415 w 1131"/>
                <a:gd name="T53" fmla="*/ 1111 h 1131"/>
                <a:gd name="T54" fmla="*/ 345 w 1131"/>
                <a:gd name="T55" fmla="*/ 1087 h 1131"/>
                <a:gd name="T56" fmla="*/ 279 w 1131"/>
                <a:gd name="T57" fmla="*/ 1054 h 1131"/>
                <a:gd name="T58" fmla="*/ 218 w 1131"/>
                <a:gd name="T59" fmla="*/ 1013 h 1131"/>
                <a:gd name="T60" fmla="*/ 165 w 1131"/>
                <a:gd name="T61" fmla="*/ 966 h 1131"/>
                <a:gd name="T62" fmla="*/ 117 w 1131"/>
                <a:gd name="T63" fmla="*/ 912 h 1131"/>
                <a:gd name="T64" fmla="*/ 77 w 1131"/>
                <a:gd name="T65" fmla="*/ 852 h 1131"/>
                <a:gd name="T66" fmla="*/ 44 w 1131"/>
                <a:gd name="T67" fmla="*/ 786 h 1131"/>
                <a:gd name="T68" fmla="*/ 20 w 1131"/>
                <a:gd name="T69" fmla="*/ 716 h 1131"/>
                <a:gd name="T70" fmla="*/ 4 w 1131"/>
                <a:gd name="T71" fmla="*/ 643 h 1131"/>
                <a:gd name="T72" fmla="*/ 0 w 1131"/>
                <a:gd name="T73" fmla="*/ 565 h 1131"/>
                <a:gd name="T74" fmla="*/ 4 w 1131"/>
                <a:gd name="T75" fmla="*/ 490 h 1131"/>
                <a:gd name="T76" fmla="*/ 20 w 1131"/>
                <a:gd name="T77" fmla="*/ 417 h 1131"/>
                <a:gd name="T78" fmla="*/ 44 w 1131"/>
                <a:gd name="T79" fmla="*/ 347 h 1131"/>
                <a:gd name="T80" fmla="*/ 77 w 1131"/>
                <a:gd name="T81" fmla="*/ 281 h 1131"/>
                <a:gd name="T82" fmla="*/ 117 w 1131"/>
                <a:gd name="T83" fmla="*/ 220 h 1131"/>
                <a:gd name="T84" fmla="*/ 165 w 1131"/>
                <a:gd name="T85" fmla="*/ 167 h 1131"/>
                <a:gd name="T86" fmla="*/ 218 w 1131"/>
                <a:gd name="T87" fmla="*/ 119 h 1131"/>
                <a:gd name="T88" fmla="*/ 279 w 1131"/>
                <a:gd name="T89" fmla="*/ 79 h 1131"/>
                <a:gd name="T90" fmla="*/ 345 w 1131"/>
                <a:gd name="T91" fmla="*/ 46 h 1131"/>
                <a:gd name="T92" fmla="*/ 415 w 1131"/>
                <a:gd name="T93" fmla="*/ 20 h 1131"/>
                <a:gd name="T94" fmla="*/ 488 w 1131"/>
                <a:gd name="T95" fmla="*/ 6 h 1131"/>
                <a:gd name="T96" fmla="*/ 565 w 1131"/>
                <a:gd name="T97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1" h="1131">
                  <a:moveTo>
                    <a:pt x="565" y="0"/>
                  </a:moveTo>
                  <a:lnTo>
                    <a:pt x="641" y="6"/>
                  </a:lnTo>
                  <a:lnTo>
                    <a:pt x="714" y="20"/>
                  </a:lnTo>
                  <a:lnTo>
                    <a:pt x="784" y="46"/>
                  </a:lnTo>
                  <a:lnTo>
                    <a:pt x="850" y="79"/>
                  </a:lnTo>
                  <a:lnTo>
                    <a:pt x="911" y="119"/>
                  </a:lnTo>
                  <a:lnTo>
                    <a:pt x="964" y="167"/>
                  </a:lnTo>
                  <a:lnTo>
                    <a:pt x="1011" y="220"/>
                  </a:lnTo>
                  <a:lnTo>
                    <a:pt x="1054" y="281"/>
                  </a:lnTo>
                  <a:lnTo>
                    <a:pt x="1085" y="347"/>
                  </a:lnTo>
                  <a:lnTo>
                    <a:pt x="1111" y="417"/>
                  </a:lnTo>
                  <a:lnTo>
                    <a:pt x="1125" y="490"/>
                  </a:lnTo>
                  <a:lnTo>
                    <a:pt x="1131" y="565"/>
                  </a:lnTo>
                  <a:lnTo>
                    <a:pt x="1125" y="643"/>
                  </a:lnTo>
                  <a:lnTo>
                    <a:pt x="1111" y="716"/>
                  </a:lnTo>
                  <a:lnTo>
                    <a:pt x="1085" y="786"/>
                  </a:lnTo>
                  <a:lnTo>
                    <a:pt x="1054" y="852"/>
                  </a:lnTo>
                  <a:lnTo>
                    <a:pt x="1011" y="912"/>
                  </a:lnTo>
                  <a:lnTo>
                    <a:pt x="964" y="966"/>
                  </a:lnTo>
                  <a:lnTo>
                    <a:pt x="911" y="1013"/>
                  </a:lnTo>
                  <a:lnTo>
                    <a:pt x="850" y="1054"/>
                  </a:lnTo>
                  <a:lnTo>
                    <a:pt x="784" y="1087"/>
                  </a:lnTo>
                  <a:lnTo>
                    <a:pt x="714" y="1111"/>
                  </a:lnTo>
                  <a:lnTo>
                    <a:pt x="641" y="1127"/>
                  </a:lnTo>
                  <a:lnTo>
                    <a:pt x="565" y="1131"/>
                  </a:lnTo>
                  <a:lnTo>
                    <a:pt x="488" y="1127"/>
                  </a:lnTo>
                  <a:lnTo>
                    <a:pt x="415" y="1111"/>
                  </a:lnTo>
                  <a:lnTo>
                    <a:pt x="345" y="1087"/>
                  </a:lnTo>
                  <a:lnTo>
                    <a:pt x="279" y="1054"/>
                  </a:lnTo>
                  <a:lnTo>
                    <a:pt x="218" y="1013"/>
                  </a:lnTo>
                  <a:lnTo>
                    <a:pt x="165" y="966"/>
                  </a:lnTo>
                  <a:lnTo>
                    <a:pt x="117" y="912"/>
                  </a:lnTo>
                  <a:lnTo>
                    <a:pt x="77" y="852"/>
                  </a:lnTo>
                  <a:lnTo>
                    <a:pt x="44" y="786"/>
                  </a:lnTo>
                  <a:lnTo>
                    <a:pt x="20" y="716"/>
                  </a:lnTo>
                  <a:lnTo>
                    <a:pt x="4" y="643"/>
                  </a:lnTo>
                  <a:lnTo>
                    <a:pt x="0" y="565"/>
                  </a:lnTo>
                  <a:lnTo>
                    <a:pt x="4" y="490"/>
                  </a:lnTo>
                  <a:lnTo>
                    <a:pt x="20" y="417"/>
                  </a:lnTo>
                  <a:lnTo>
                    <a:pt x="44" y="347"/>
                  </a:lnTo>
                  <a:lnTo>
                    <a:pt x="77" y="281"/>
                  </a:lnTo>
                  <a:lnTo>
                    <a:pt x="117" y="220"/>
                  </a:lnTo>
                  <a:lnTo>
                    <a:pt x="165" y="167"/>
                  </a:lnTo>
                  <a:lnTo>
                    <a:pt x="218" y="119"/>
                  </a:lnTo>
                  <a:lnTo>
                    <a:pt x="279" y="79"/>
                  </a:lnTo>
                  <a:lnTo>
                    <a:pt x="345" y="46"/>
                  </a:lnTo>
                  <a:lnTo>
                    <a:pt x="415" y="20"/>
                  </a:lnTo>
                  <a:lnTo>
                    <a:pt x="488" y="6"/>
                  </a:lnTo>
                  <a:lnTo>
                    <a:pt x="5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4651" y="2624"/>
              <a:ext cx="1828" cy="565"/>
            </a:xfrm>
            <a:custGeom>
              <a:avLst/>
              <a:gdLst>
                <a:gd name="T0" fmla="*/ 558 w 3657"/>
                <a:gd name="T1" fmla="*/ 0 h 1131"/>
                <a:gd name="T2" fmla="*/ 3102 w 3657"/>
                <a:gd name="T3" fmla="*/ 0 h 1131"/>
                <a:gd name="T4" fmla="*/ 3181 w 3657"/>
                <a:gd name="T5" fmla="*/ 6 h 1131"/>
                <a:gd name="T6" fmla="*/ 3257 w 3657"/>
                <a:gd name="T7" fmla="*/ 22 h 1131"/>
                <a:gd name="T8" fmla="*/ 3328 w 3657"/>
                <a:gd name="T9" fmla="*/ 48 h 1131"/>
                <a:gd name="T10" fmla="*/ 3394 w 3657"/>
                <a:gd name="T11" fmla="*/ 83 h 1131"/>
                <a:gd name="T12" fmla="*/ 3453 w 3657"/>
                <a:gd name="T13" fmla="*/ 125 h 1131"/>
                <a:gd name="T14" fmla="*/ 3508 w 3657"/>
                <a:gd name="T15" fmla="*/ 176 h 1131"/>
                <a:gd name="T16" fmla="*/ 3554 w 3657"/>
                <a:gd name="T17" fmla="*/ 233 h 1131"/>
                <a:gd name="T18" fmla="*/ 3593 w 3657"/>
                <a:gd name="T19" fmla="*/ 294 h 1131"/>
                <a:gd name="T20" fmla="*/ 3622 w 3657"/>
                <a:gd name="T21" fmla="*/ 362 h 1131"/>
                <a:gd name="T22" fmla="*/ 3644 w 3657"/>
                <a:gd name="T23" fmla="*/ 433 h 1131"/>
                <a:gd name="T24" fmla="*/ 3655 w 3657"/>
                <a:gd name="T25" fmla="*/ 509 h 1131"/>
                <a:gd name="T26" fmla="*/ 3657 w 3657"/>
                <a:gd name="T27" fmla="*/ 586 h 1131"/>
                <a:gd name="T28" fmla="*/ 3646 w 3657"/>
                <a:gd name="T29" fmla="*/ 663 h 1131"/>
                <a:gd name="T30" fmla="*/ 3642 w 3657"/>
                <a:gd name="T31" fmla="*/ 685 h 1131"/>
                <a:gd name="T32" fmla="*/ 3624 w 3657"/>
                <a:gd name="T33" fmla="*/ 755 h 1131"/>
                <a:gd name="T34" fmla="*/ 3596 w 3657"/>
                <a:gd name="T35" fmla="*/ 819 h 1131"/>
                <a:gd name="T36" fmla="*/ 3563 w 3657"/>
                <a:gd name="T37" fmla="*/ 880 h 1131"/>
                <a:gd name="T38" fmla="*/ 3523 w 3657"/>
                <a:gd name="T39" fmla="*/ 935 h 1131"/>
                <a:gd name="T40" fmla="*/ 3475 w 3657"/>
                <a:gd name="T41" fmla="*/ 982 h 1131"/>
                <a:gd name="T42" fmla="*/ 3424 w 3657"/>
                <a:gd name="T43" fmla="*/ 1026 h 1131"/>
                <a:gd name="T44" fmla="*/ 3365 w 3657"/>
                <a:gd name="T45" fmla="*/ 1063 h 1131"/>
                <a:gd name="T46" fmla="*/ 3304 w 3657"/>
                <a:gd name="T47" fmla="*/ 1093 h 1131"/>
                <a:gd name="T48" fmla="*/ 3238 w 3657"/>
                <a:gd name="T49" fmla="*/ 1113 h 1131"/>
                <a:gd name="T50" fmla="*/ 3169 w 3657"/>
                <a:gd name="T51" fmla="*/ 1127 h 1131"/>
                <a:gd name="T52" fmla="*/ 3099 w 3657"/>
                <a:gd name="T53" fmla="*/ 1131 h 1131"/>
                <a:gd name="T54" fmla="*/ 554 w 3657"/>
                <a:gd name="T55" fmla="*/ 1131 h 1131"/>
                <a:gd name="T56" fmla="*/ 475 w 3657"/>
                <a:gd name="T57" fmla="*/ 1126 h 1131"/>
                <a:gd name="T58" fmla="*/ 400 w 3657"/>
                <a:gd name="T59" fmla="*/ 1109 h 1131"/>
                <a:gd name="T60" fmla="*/ 329 w 3657"/>
                <a:gd name="T61" fmla="*/ 1083 h 1131"/>
                <a:gd name="T62" fmla="*/ 264 w 3657"/>
                <a:gd name="T63" fmla="*/ 1048 h 1131"/>
                <a:gd name="T64" fmla="*/ 204 w 3657"/>
                <a:gd name="T65" fmla="*/ 1006 h 1131"/>
                <a:gd name="T66" fmla="*/ 151 w 3657"/>
                <a:gd name="T67" fmla="*/ 957 h 1131"/>
                <a:gd name="T68" fmla="*/ 103 w 3657"/>
                <a:gd name="T69" fmla="*/ 900 h 1131"/>
                <a:gd name="T70" fmla="*/ 64 w 3657"/>
                <a:gd name="T71" fmla="*/ 837 h 1131"/>
                <a:gd name="T72" fmla="*/ 35 w 3657"/>
                <a:gd name="T73" fmla="*/ 769 h 1131"/>
                <a:gd name="T74" fmla="*/ 13 w 3657"/>
                <a:gd name="T75" fmla="*/ 698 h 1131"/>
                <a:gd name="T76" fmla="*/ 2 w 3657"/>
                <a:gd name="T77" fmla="*/ 624 h 1131"/>
                <a:gd name="T78" fmla="*/ 0 w 3657"/>
                <a:gd name="T79" fmla="*/ 547 h 1131"/>
                <a:gd name="T80" fmla="*/ 11 w 3657"/>
                <a:gd name="T81" fmla="*/ 468 h 1131"/>
                <a:gd name="T82" fmla="*/ 15 w 3657"/>
                <a:gd name="T83" fmla="*/ 446 h 1131"/>
                <a:gd name="T84" fmla="*/ 33 w 3657"/>
                <a:gd name="T85" fmla="*/ 376 h 1131"/>
                <a:gd name="T86" fmla="*/ 61 w 3657"/>
                <a:gd name="T87" fmla="*/ 312 h 1131"/>
                <a:gd name="T88" fmla="*/ 94 w 3657"/>
                <a:gd name="T89" fmla="*/ 252 h 1131"/>
                <a:gd name="T90" fmla="*/ 134 w 3657"/>
                <a:gd name="T91" fmla="*/ 198 h 1131"/>
                <a:gd name="T92" fmla="*/ 182 w 3657"/>
                <a:gd name="T93" fmla="*/ 149 h 1131"/>
                <a:gd name="T94" fmla="*/ 235 w 3657"/>
                <a:gd name="T95" fmla="*/ 105 h 1131"/>
                <a:gd name="T96" fmla="*/ 292 w 3657"/>
                <a:gd name="T97" fmla="*/ 68 h 1131"/>
                <a:gd name="T98" fmla="*/ 354 w 3657"/>
                <a:gd name="T99" fmla="*/ 40 h 1131"/>
                <a:gd name="T100" fmla="*/ 419 w 3657"/>
                <a:gd name="T101" fmla="*/ 18 h 1131"/>
                <a:gd name="T102" fmla="*/ 488 w 3657"/>
                <a:gd name="T103" fmla="*/ 6 h 1131"/>
                <a:gd name="T104" fmla="*/ 558 w 3657"/>
                <a:gd name="T105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657" h="1131">
                  <a:moveTo>
                    <a:pt x="558" y="0"/>
                  </a:moveTo>
                  <a:lnTo>
                    <a:pt x="3102" y="0"/>
                  </a:lnTo>
                  <a:lnTo>
                    <a:pt x="3181" y="6"/>
                  </a:lnTo>
                  <a:lnTo>
                    <a:pt x="3257" y="22"/>
                  </a:lnTo>
                  <a:lnTo>
                    <a:pt x="3328" y="48"/>
                  </a:lnTo>
                  <a:lnTo>
                    <a:pt x="3394" y="83"/>
                  </a:lnTo>
                  <a:lnTo>
                    <a:pt x="3453" y="125"/>
                  </a:lnTo>
                  <a:lnTo>
                    <a:pt x="3508" y="176"/>
                  </a:lnTo>
                  <a:lnTo>
                    <a:pt x="3554" y="233"/>
                  </a:lnTo>
                  <a:lnTo>
                    <a:pt x="3593" y="294"/>
                  </a:lnTo>
                  <a:lnTo>
                    <a:pt x="3622" y="362"/>
                  </a:lnTo>
                  <a:lnTo>
                    <a:pt x="3644" y="433"/>
                  </a:lnTo>
                  <a:lnTo>
                    <a:pt x="3655" y="509"/>
                  </a:lnTo>
                  <a:lnTo>
                    <a:pt x="3657" y="586"/>
                  </a:lnTo>
                  <a:lnTo>
                    <a:pt x="3646" y="663"/>
                  </a:lnTo>
                  <a:lnTo>
                    <a:pt x="3642" y="685"/>
                  </a:lnTo>
                  <a:lnTo>
                    <a:pt x="3624" y="755"/>
                  </a:lnTo>
                  <a:lnTo>
                    <a:pt x="3596" y="819"/>
                  </a:lnTo>
                  <a:lnTo>
                    <a:pt x="3563" y="880"/>
                  </a:lnTo>
                  <a:lnTo>
                    <a:pt x="3523" y="935"/>
                  </a:lnTo>
                  <a:lnTo>
                    <a:pt x="3475" y="982"/>
                  </a:lnTo>
                  <a:lnTo>
                    <a:pt x="3424" y="1026"/>
                  </a:lnTo>
                  <a:lnTo>
                    <a:pt x="3365" y="1063"/>
                  </a:lnTo>
                  <a:lnTo>
                    <a:pt x="3304" y="1093"/>
                  </a:lnTo>
                  <a:lnTo>
                    <a:pt x="3238" y="1113"/>
                  </a:lnTo>
                  <a:lnTo>
                    <a:pt x="3169" y="1127"/>
                  </a:lnTo>
                  <a:lnTo>
                    <a:pt x="3099" y="1131"/>
                  </a:lnTo>
                  <a:lnTo>
                    <a:pt x="554" y="1131"/>
                  </a:lnTo>
                  <a:lnTo>
                    <a:pt x="475" y="1126"/>
                  </a:lnTo>
                  <a:lnTo>
                    <a:pt x="400" y="1109"/>
                  </a:lnTo>
                  <a:lnTo>
                    <a:pt x="329" y="1083"/>
                  </a:lnTo>
                  <a:lnTo>
                    <a:pt x="264" y="1048"/>
                  </a:lnTo>
                  <a:lnTo>
                    <a:pt x="204" y="1006"/>
                  </a:lnTo>
                  <a:lnTo>
                    <a:pt x="151" y="957"/>
                  </a:lnTo>
                  <a:lnTo>
                    <a:pt x="103" y="900"/>
                  </a:lnTo>
                  <a:lnTo>
                    <a:pt x="64" y="837"/>
                  </a:lnTo>
                  <a:lnTo>
                    <a:pt x="35" y="769"/>
                  </a:lnTo>
                  <a:lnTo>
                    <a:pt x="13" y="698"/>
                  </a:lnTo>
                  <a:lnTo>
                    <a:pt x="2" y="624"/>
                  </a:lnTo>
                  <a:lnTo>
                    <a:pt x="0" y="547"/>
                  </a:lnTo>
                  <a:lnTo>
                    <a:pt x="11" y="468"/>
                  </a:lnTo>
                  <a:lnTo>
                    <a:pt x="15" y="446"/>
                  </a:lnTo>
                  <a:lnTo>
                    <a:pt x="33" y="376"/>
                  </a:lnTo>
                  <a:lnTo>
                    <a:pt x="61" y="312"/>
                  </a:lnTo>
                  <a:lnTo>
                    <a:pt x="94" y="252"/>
                  </a:lnTo>
                  <a:lnTo>
                    <a:pt x="134" y="198"/>
                  </a:lnTo>
                  <a:lnTo>
                    <a:pt x="182" y="149"/>
                  </a:lnTo>
                  <a:lnTo>
                    <a:pt x="235" y="105"/>
                  </a:lnTo>
                  <a:lnTo>
                    <a:pt x="292" y="68"/>
                  </a:lnTo>
                  <a:lnTo>
                    <a:pt x="354" y="40"/>
                  </a:lnTo>
                  <a:lnTo>
                    <a:pt x="419" y="18"/>
                  </a:lnTo>
                  <a:lnTo>
                    <a:pt x="488" y="6"/>
                  </a:lnTo>
                  <a:lnTo>
                    <a:pt x="5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9050" y="6029325"/>
            <a:ext cx="3897313" cy="828675"/>
            <a:chOff x="19050" y="6029325"/>
            <a:chExt cx="3897313" cy="828675"/>
          </a:xfrm>
        </p:grpSpPr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245200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e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989"/>
            <a:ext cx="12280739" cy="6856021"/>
          </a:xfrm>
          <a:prstGeom prst="rect">
            <a:avLst/>
          </a:prstGeom>
        </p:spPr>
      </p:pic>
      <p:sp>
        <p:nvSpPr>
          <p:cNvPr id="39" name="Title 2"/>
          <p:cNvSpPr>
            <a:spLocks noGrp="1"/>
          </p:cNvSpPr>
          <p:nvPr>
            <p:ph type="title"/>
          </p:nvPr>
        </p:nvSpPr>
        <p:spPr>
          <a:xfrm>
            <a:off x="7108346" y="2631511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 flipH="1"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 flipH="1">
            <a:off x="8301587" y="6035077"/>
            <a:ext cx="3897313" cy="828675"/>
            <a:chOff x="19050" y="6029325"/>
            <a:chExt cx="3897313" cy="828675"/>
          </a:xfrm>
        </p:grpSpPr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4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5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6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7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566399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e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52" name="Title 2"/>
          <p:cNvSpPr>
            <a:spLocks noGrp="1"/>
          </p:cNvSpPr>
          <p:nvPr>
            <p:ph type="title"/>
          </p:nvPr>
        </p:nvSpPr>
        <p:spPr>
          <a:xfrm>
            <a:off x="897147" y="2623566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 flipH="1"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 flipH="1">
            <a:off x="8301587" y="6035077"/>
            <a:ext cx="3897313" cy="828675"/>
            <a:chOff x="19050" y="6029325"/>
            <a:chExt cx="3897313" cy="828675"/>
          </a:xfrm>
        </p:grpSpPr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4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5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6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7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8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410336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rallelogram 99"/>
          <p:cNvSpPr/>
          <p:nvPr userDrawn="1"/>
        </p:nvSpPr>
        <p:spPr bwMode="auto">
          <a:xfrm>
            <a:off x="620335" y="4365764"/>
            <a:ext cx="4328160" cy="711200"/>
          </a:xfrm>
          <a:prstGeom prst="parallelogram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9" name="Parallelogram 98"/>
          <p:cNvSpPr/>
          <p:nvPr userDrawn="1"/>
        </p:nvSpPr>
        <p:spPr bwMode="auto">
          <a:xfrm>
            <a:off x="1267316" y="2275840"/>
            <a:ext cx="4328160" cy="711200"/>
          </a:xfrm>
          <a:prstGeom prst="parallelogram">
            <a:avLst/>
          </a:prstGeom>
          <a:solidFill>
            <a:srgbClr val="FB091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98" name="Parallelogram 94"/>
          <p:cNvSpPr/>
          <p:nvPr userDrawn="1"/>
        </p:nvSpPr>
        <p:spPr bwMode="auto">
          <a:xfrm>
            <a:off x="149860" y="3253740"/>
            <a:ext cx="4165600" cy="721360"/>
          </a:xfrm>
          <a:custGeom>
            <a:avLst/>
            <a:gdLst>
              <a:gd name="connsiteX0" fmla="*/ 0 w 4328160"/>
              <a:gd name="connsiteY0" fmla="*/ 711200 h 711200"/>
              <a:gd name="connsiteX1" fmla="*/ 177800 w 4328160"/>
              <a:gd name="connsiteY1" fmla="*/ 0 h 711200"/>
              <a:gd name="connsiteX2" fmla="*/ 4328160 w 4328160"/>
              <a:gd name="connsiteY2" fmla="*/ 0 h 711200"/>
              <a:gd name="connsiteX3" fmla="*/ 4150360 w 4328160"/>
              <a:gd name="connsiteY3" fmla="*/ 711200 h 711200"/>
              <a:gd name="connsiteX4" fmla="*/ 0 w 4328160"/>
              <a:gd name="connsiteY4" fmla="*/ 711200 h 711200"/>
              <a:gd name="connsiteX0" fmla="*/ 0 w 4165600"/>
              <a:gd name="connsiteY0" fmla="*/ 721360 h 721360"/>
              <a:gd name="connsiteX1" fmla="*/ 15240 w 4165600"/>
              <a:gd name="connsiteY1" fmla="*/ 0 h 721360"/>
              <a:gd name="connsiteX2" fmla="*/ 4165600 w 4165600"/>
              <a:gd name="connsiteY2" fmla="*/ 0 h 721360"/>
              <a:gd name="connsiteX3" fmla="*/ 3987800 w 4165600"/>
              <a:gd name="connsiteY3" fmla="*/ 711200 h 721360"/>
              <a:gd name="connsiteX4" fmla="*/ 0 w 4165600"/>
              <a:gd name="connsiteY4" fmla="*/ 72136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0" h="721360">
                <a:moveTo>
                  <a:pt x="0" y="721360"/>
                </a:moveTo>
                <a:lnTo>
                  <a:pt x="15240" y="0"/>
                </a:lnTo>
                <a:lnTo>
                  <a:pt x="4165600" y="0"/>
                </a:lnTo>
                <a:lnTo>
                  <a:pt x="3987800" y="711200"/>
                </a:lnTo>
                <a:lnTo>
                  <a:pt x="0" y="721360"/>
                </a:lnTo>
                <a:close/>
              </a:path>
            </a:pathLst>
          </a:custGeom>
          <a:solidFill>
            <a:srgbClr val="0D4D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0" name="Parallelogram 9"/>
          <p:cNvSpPr/>
          <p:nvPr userDrawn="1"/>
        </p:nvSpPr>
        <p:spPr bwMode="auto">
          <a:xfrm>
            <a:off x="1137920" y="2275840"/>
            <a:ext cx="4328160" cy="711200"/>
          </a:xfrm>
          <a:prstGeom prst="parallelogram">
            <a:avLst/>
          </a:prstGeom>
          <a:solidFill>
            <a:srgbClr val="373D4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5" name="Parallelogram 94"/>
          <p:cNvSpPr/>
          <p:nvPr userDrawn="1"/>
        </p:nvSpPr>
        <p:spPr bwMode="auto">
          <a:xfrm>
            <a:off x="-10160" y="3253740"/>
            <a:ext cx="4165600" cy="721360"/>
          </a:xfrm>
          <a:custGeom>
            <a:avLst/>
            <a:gdLst>
              <a:gd name="connsiteX0" fmla="*/ 0 w 4328160"/>
              <a:gd name="connsiteY0" fmla="*/ 711200 h 711200"/>
              <a:gd name="connsiteX1" fmla="*/ 177800 w 4328160"/>
              <a:gd name="connsiteY1" fmla="*/ 0 h 711200"/>
              <a:gd name="connsiteX2" fmla="*/ 4328160 w 4328160"/>
              <a:gd name="connsiteY2" fmla="*/ 0 h 711200"/>
              <a:gd name="connsiteX3" fmla="*/ 4150360 w 4328160"/>
              <a:gd name="connsiteY3" fmla="*/ 711200 h 711200"/>
              <a:gd name="connsiteX4" fmla="*/ 0 w 4328160"/>
              <a:gd name="connsiteY4" fmla="*/ 711200 h 711200"/>
              <a:gd name="connsiteX0" fmla="*/ 0 w 4165600"/>
              <a:gd name="connsiteY0" fmla="*/ 721360 h 721360"/>
              <a:gd name="connsiteX1" fmla="*/ 15240 w 4165600"/>
              <a:gd name="connsiteY1" fmla="*/ 0 h 721360"/>
              <a:gd name="connsiteX2" fmla="*/ 4165600 w 4165600"/>
              <a:gd name="connsiteY2" fmla="*/ 0 h 721360"/>
              <a:gd name="connsiteX3" fmla="*/ 3987800 w 4165600"/>
              <a:gd name="connsiteY3" fmla="*/ 711200 h 721360"/>
              <a:gd name="connsiteX4" fmla="*/ 0 w 4165600"/>
              <a:gd name="connsiteY4" fmla="*/ 72136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0" h="721360">
                <a:moveTo>
                  <a:pt x="0" y="721360"/>
                </a:moveTo>
                <a:lnTo>
                  <a:pt x="15240" y="0"/>
                </a:lnTo>
                <a:lnTo>
                  <a:pt x="4165600" y="0"/>
                </a:lnTo>
                <a:lnTo>
                  <a:pt x="3987800" y="711200"/>
                </a:lnTo>
                <a:lnTo>
                  <a:pt x="0" y="721360"/>
                </a:lnTo>
                <a:close/>
              </a:path>
            </a:pathLst>
          </a:custGeom>
          <a:solidFill>
            <a:srgbClr val="373D4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6" name="Parallelogram 95"/>
          <p:cNvSpPr/>
          <p:nvPr userDrawn="1"/>
        </p:nvSpPr>
        <p:spPr bwMode="auto">
          <a:xfrm>
            <a:off x="772160" y="4365764"/>
            <a:ext cx="4328160" cy="711200"/>
          </a:xfrm>
          <a:prstGeom prst="parallelogram">
            <a:avLst/>
          </a:prstGeom>
          <a:solidFill>
            <a:srgbClr val="373D4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5262880" y="-10160"/>
            <a:ext cx="6929120" cy="6868160"/>
          </a:xfrm>
          <a:custGeom>
            <a:avLst/>
            <a:gdLst>
              <a:gd name="connsiteX0" fmla="*/ 0 w 6583680"/>
              <a:gd name="connsiteY0" fmla="*/ 0 h 6858000"/>
              <a:gd name="connsiteX1" fmla="*/ 6583680 w 6583680"/>
              <a:gd name="connsiteY1" fmla="*/ 0 h 6858000"/>
              <a:gd name="connsiteX2" fmla="*/ 6583680 w 6583680"/>
              <a:gd name="connsiteY2" fmla="*/ 6858000 h 6858000"/>
              <a:gd name="connsiteX3" fmla="*/ 0 w 6583680"/>
              <a:gd name="connsiteY3" fmla="*/ 6858000 h 6858000"/>
              <a:gd name="connsiteX4" fmla="*/ 0 w 6583680"/>
              <a:gd name="connsiteY4" fmla="*/ 0 h 6858000"/>
              <a:gd name="connsiteX0" fmla="*/ 1381760 w 7965440"/>
              <a:gd name="connsiteY0" fmla="*/ 0 h 6858000"/>
              <a:gd name="connsiteX1" fmla="*/ 7965440 w 7965440"/>
              <a:gd name="connsiteY1" fmla="*/ 0 h 6858000"/>
              <a:gd name="connsiteX2" fmla="*/ 7965440 w 7965440"/>
              <a:gd name="connsiteY2" fmla="*/ 6858000 h 6858000"/>
              <a:gd name="connsiteX3" fmla="*/ 0 w 7965440"/>
              <a:gd name="connsiteY3" fmla="*/ 6858000 h 6858000"/>
              <a:gd name="connsiteX4" fmla="*/ 1381760 w 7965440"/>
              <a:gd name="connsiteY4" fmla="*/ 0 h 6858000"/>
              <a:gd name="connsiteX0" fmla="*/ 1638709 w 7965440"/>
              <a:gd name="connsiteY0" fmla="*/ 0 h 6868160"/>
              <a:gd name="connsiteX1" fmla="*/ 7965440 w 7965440"/>
              <a:gd name="connsiteY1" fmla="*/ 10160 h 6868160"/>
              <a:gd name="connsiteX2" fmla="*/ 7965440 w 7965440"/>
              <a:gd name="connsiteY2" fmla="*/ 6868160 h 6868160"/>
              <a:gd name="connsiteX3" fmla="*/ 0 w 7965440"/>
              <a:gd name="connsiteY3" fmla="*/ 6868160 h 6868160"/>
              <a:gd name="connsiteX4" fmla="*/ 1638709 w 7965440"/>
              <a:gd name="connsiteY4" fmla="*/ 0 h 686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65440" h="6868160">
                <a:moveTo>
                  <a:pt x="1638709" y="0"/>
                </a:moveTo>
                <a:lnTo>
                  <a:pt x="7965440" y="10160"/>
                </a:lnTo>
                <a:lnTo>
                  <a:pt x="7965440" y="6868160"/>
                </a:lnTo>
                <a:lnTo>
                  <a:pt x="0" y="6868160"/>
                </a:lnTo>
                <a:lnTo>
                  <a:pt x="1638709" y="0"/>
                </a:lnTo>
                <a:close/>
              </a:path>
            </a:pathLst>
          </a:custGeom>
          <a:solidFill>
            <a:srgbClr val="AA002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903566" y="2428640"/>
            <a:ext cx="2810673" cy="584776"/>
          </a:xfrm>
          <a:prstGeom prst="rect">
            <a:avLst/>
          </a:prstGeom>
          <a:noFill/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z="2000" i="1" dirty="0">
                <a:solidFill>
                  <a:schemeClr val="bg1"/>
                </a:solidFill>
              </a:rPr>
              <a:t>Innovative Services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907886" y="3414365"/>
            <a:ext cx="3074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i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Passionate Employees</a:t>
            </a:r>
          </a:p>
        </p:txBody>
      </p:sp>
      <p:sp>
        <p:nvSpPr>
          <p:cNvPr id="59" name="Rectangle 58"/>
          <p:cNvSpPr/>
          <p:nvPr userDrawn="1"/>
        </p:nvSpPr>
        <p:spPr>
          <a:xfrm>
            <a:off x="1903566" y="4525199"/>
            <a:ext cx="2983393" cy="646331"/>
          </a:xfrm>
          <a:prstGeom prst="rect">
            <a:avLst/>
          </a:prstGeom>
          <a:noFill/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/>
            <a:r>
              <a:rPr lang="en-US" sz="2000" i="1" dirty="0">
                <a:solidFill>
                  <a:schemeClr val="bg1"/>
                </a:solidFill>
              </a:rPr>
              <a:t>Delighted Customers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817134" y="2875002"/>
            <a:ext cx="39423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0" dirty="0">
                <a:solidFill>
                  <a:schemeClr val="bg1"/>
                </a:solidFill>
                <a:latin typeface="Brush Script Std" panose="03060802040607070404" pitchFamily="66" charset="0"/>
              </a:rPr>
              <a:t>Thank you</a:t>
            </a:r>
          </a:p>
        </p:txBody>
      </p:sp>
      <p:cxnSp>
        <p:nvCxnSpPr>
          <p:cNvPr id="16" name="Straight Connector 15"/>
          <p:cNvCxnSpPr/>
          <p:nvPr userDrawn="1"/>
        </p:nvCxnSpPr>
        <p:spPr bwMode="auto">
          <a:xfrm>
            <a:off x="6471920" y="4053840"/>
            <a:ext cx="52222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4" name="TextBox 103"/>
          <p:cNvSpPr txBox="1"/>
          <p:nvPr userDrawn="1"/>
        </p:nvSpPr>
        <p:spPr>
          <a:xfrm>
            <a:off x="6908574" y="4134842"/>
            <a:ext cx="3942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bg1"/>
                </a:solidFill>
                <a:latin typeface="Calibri" panose="020F0502020204030204" pitchFamily="34" charset="0"/>
              </a:rPr>
              <a:t>www.hexaware.com</a:t>
            </a:r>
          </a:p>
        </p:txBody>
      </p:sp>
      <p:grpSp>
        <p:nvGrpSpPr>
          <p:cNvPr id="17" name="Group 4"/>
          <p:cNvGrpSpPr>
            <a:grpSpLocks noChangeAspect="1"/>
          </p:cNvGrpSpPr>
          <p:nvPr userDrawn="1"/>
        </p:nvGrpSpPr>
        <p:grpSpPr bwMode="auto">
          <a:xfrm>
            <a:off x="2663172" y="753363"/>
            <a:ext cx="2333583" cy="1255777"/>
            <a:chOff x="301" y="1068"/>
            <a:chExt cx="1403" cy="755"/>
          </a:xfrm>
        </p:grpSpPr>
        <p:sp>
          <p:nvSpPr>
            <p:cNvPr id="18" name="Freeform 6"/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/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/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/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/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/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2"/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"/>
            <p:cNvSpPr>
              <a:spLocks/>
            </p:cNvSpPr>
            <p:nvPr userDrawn="1"/>
          </p:nvSpPr>
          <p:spPr bwMode="auto">
            <a:xfrm>
              <a:off x="311" y="1710"/>
              <a:ext cx="101" cy="4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4"/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5"/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/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7"/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8"/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9"/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0"/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"/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602456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5"/>
          <p:cNvGrpSpPr>
            <a:grpSpLocks noChangeAspect="1"/>
          </p:cNvGrpSpPr>
          <p:nvPr userDrawn="1"/>
        </p:nvGrpSpPr>
        <p:grpSpPr bwMode="auto">
          <a:xfrm>
            <a:off x="0" y="1466717"/>
            <a:ext cx="9584503" cy="5391283"/>
            <a:chOff x="0" y="0"/>
            <a:chExt cx="7680" cy="4320"/>
          </a:xfrm>
        </p:grpSpPr>
        <p:sp>
          <p:nvSpPr>
            <p:cNvPr id="36" name="AutoShape 24"/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768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>
              <a:off x="891" y="4266"/>
              <a:ext cx="117" cy="54"/>
            </a:xfrm>
            <a:custGeom>
              <a:avLst/>
              <a:gdLst>
                <a:gd name="T0" fmla="*/ 59 w 117"/>
                <a:gd name="T1" fmla="*/ 0 h 54"/>
                <a:gd name="T2" fmla="*/ 59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9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9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B006"/>
            </a:solidFill>
            <a:ln w="0">
              <a:solidFill>
                <a:srgbClr val="FFB00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1"/>
            <p:cNvSpPr>
              <a:spLocks/>
            </p:cNvSpPr>
            <p:nvPr userDrawn="1"/>
          </p:nvSpPr>
          <p:spPr bwMode="auto">
            <a:xfrm>
              <a:off x="189" y="3973"/>
              <a:ext cx="116" cy="347"/>
            </a:xfrm>
            <a:custGeom>
              <a:avLst/>
              <a:gdLst>
                <a:gd name="T0" fmla="*/ 55 w 116"/>
                <a:gd name="T1" fmla="*/ 0 h 347"/>
                <a:gd name="T2" fmla="*/ 58 w 116"/>
                <a:gd name="T3" fmla="*/ 0 h 347"/>
                <a:gd name="T4" fmla="*/ 81 w 116"/>
                <a:gd name="T5" fmla="*/ 5 h 347"/>
                <a:gd name="T6" fmla="*/ 97 w 116"/>
                <a:gd name="T7" fmla="*/ 19 h 347"/>
                <a:gd name="T8" fmla="*/ 111 w 116"/>
                <a:gd name="T9" fmla="*/ 35 h 347"/>
                <a:gd name="T10" fmla="*/ 116 w 116"/>
                <a:gd name="T11" fmla="*/ 58 h 347"/>
                <a:gd name="T12" fmla="*/ 116 w 116"/>
                <a:gd name="T13" fmla="*/ 347 h 347"/>
                <a:gd name="T14" fmla="*/ 0 w 116"/>
                <a:gd name="T15" fmla="*/ 347 h 347"/>
                <a:gd name="T16" fmla="*/ 0 w 116"/>
                <a:gd name="T17" fmla="*/ 58 h 347"/>
                <a:gd name="T18" fmla="*/ 4 w 116"/>
                <a:gd name="T19" fmla="*/ 35 h 347"/>
                <a:gd name="T20" fmla="*/ 16 w 116"/>
                <a:gd name="T21" fmla="*/ 19 h 347"/>
                <a:gd name="T22" fmla="*/ 34 w 116"/>
                <a:gd name="T23" fmla="*/ 5 h 347"/>
                <a:gd name="T24" fmla="*/ 55 w 116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347">
                  <a:moveTo>
                    <a:pt x="55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97" y="19"/>
                  </a:lnTo>
                  <a:lnTo>
                    <a:pt x="111" y="35"/>
                  </a:lnTo>
                  <a:lnTo>
                    <a:pt x="116" y="58"/>
                  </a:lnTo>
                  <a:lnTo>
                    <a:pt x="116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4" y="35"/>
                  </a:lnTo>
                  <a:lnTo>
                    <a:pt x="16" y="19"/>
                  </a:lnTo>
                  <a:lnTo>
                    <a:pt x="34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>
              <a:off x="12" y="3799"/>
              <a:ext cx="116" cy="521"/>
            </a:xfrm>
            <a:custGeom>
              <a:avLst/>
              <a:gdLst>
                <a:gd name="T0" fmla="*/ 58 w 116"/>
                <a:gd name="T1" fmla="*/ 0 h 521"/>
                <a:gd name="T2" fmla="*/ 58 w 116"/>
                <a:gd name="T3" fmla="*/ 0 h 521"/>
                <a:gd name="T4" fmla="*/ 81 w 116"/>
                <a:gd name="T5" fmla="*/ 4 h 521"/>
                <a:gd name="T6" fmla="*/ 100 w 116"/>
                <a:gd name="T7" fmla="*/ 16 h 521"/>
                <a:gd name="T8" fmla="*/ 111 w 116"/>
                <a:gd name="T9" fmla="*/ 35 h 521"/>
                <a:gd name="T10" fmla="*/ 116 w 116"/>
                <a:gd name="T11" fmla="*/ 55 h 521"/>
                <a:gd name="T12" fmla="*/ 116 w 116"/>
                <a:gd name="T13" fmla="*/ 521 h 521"/>
                <a:gd name="T14" fmla="*/ 0 w 116"/>
                <a:gd name="T15" fmla="*/ 521 h 521"/>
                <a:gd name="T16" fmla="*/ 0 w 116"/>
                <a:gd name="T17" fmla="*/ 55 h 521"/>
                <a:gd name="T18" fmla="*/ 4 w 116"/>
                <a:gd name="T19" fmla="*/ 35 h 521"/>
                <a:gd name="T20" fmla="*/ 16 w 116"/>
                <a:gd name="T21" fmla="*/ 16 h 521"/>
                <a:gd name="T22" fmla="*/ 35 w 116"/>
                <a:gd name="T23" fmla="*/ 4 h 521"/>
                <a:gd name="T24" fmla="*/ 58 w 116"/>
                <a:gd name="T25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1">
                  <a:moveTo>
                    <a:pt x="58" y="0"/>
                  </a:moveTo>
                  <a:lnTo>
                    <a:pt x="58" y="0"/>
                  </a:lnTo>
                  <a:lnTo>
                    <a:pt x="81" y="4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5"/>
                  </a:lnTo>
                  <a:lnTo>
                    <a:pt x="116" y="521"/>
                  </a:lnTo>
                  <a:lnTo>
                    <a:pt x="0" y="521"/>
                  </a:lnTo>
                  <a:lnTo>
                    <a:pt x="0" y="55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>
              <a:off x="363" y="4138"/>
              <a:ext cx="116" cy="182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2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>
              <a:off x="714" y="4092"/>
              <a:ext cx="117" cy="228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5 h 228"/>
                <a:gd name="T6" fmla="*/ 101 w 117"/>
                <a:gd name="T7" fmla="*/ 16 h 228"/>
                <a:gd name="T8" fmla="*/ 115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5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1" y="16"/>
                  </a:lnTo>
                  <a:lnTo>
                    <a:pt x="115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4B04"/>
            </a:solidFill>
            <a:ln w="0">
              <a:solidFill>
                <a:srgbClr val="FF4B0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>
              <a:off x="540" y="4211"/>
              <a:ext cx="116" cy="109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5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5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5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5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>
              <a:off x="714" y="3799"/>
              <a:ext cx="117" cy="230"/>
            </a:xfrm>
            <a:custGeom>
              <a:avLst/>
              <a:gdLst>
                <a:gd name="T0" fmla="*/ 59 w 117"/>
                <a:gd name="T1" fmla="*/ 0 h 230"/>
                <a:gd name="T2" fmla="*/ 61 w 117"/>
                <a:gd name="T3" fmla="*/ 0 h 230"/>
                <a:gd name="T4" fmla="*/ 82 w 117"/>
                <a:gd name="T5" fmla="*/ 4 h 230"/>
                <a:gd name="T6" fmla="*/ 101 w 117"/>
                <a:gd name="T7" fmla="*/ 16 h 230"/>
                <a:gd name="T8" fmla="*/ 112 w 117"/>
                <a:gd name="T9" fmla="*/ 35 h 230"/>
                <a:gd name="T10" fmla="*/ 117 w 117"/>
                <a:gd name="T11" fmla="*/ 55 h 230"/>
                <a:gd name="T12" fmla="*/ 117 w 117"/>
                <a:gd name="T13" fmla="*/ 174 h 230"/>
                <a:gd name="T14" fmla="*/ 112 w 117"/>
                <a:gd name="T15" fmla="*/ 195 h 230"/>
                <a:gd name="T16" fmla="*/ 101 w 117"/>
                <a:gd name="T17" fmla="*/ 214 h 230"/>
                <a:gd name="T18" fmla="*/ 82 w 117"/>
                <a:gd name="T19" fmla="*/ 228 h 230"/>
                <a:gd name="T20" fmla="*/ 61 w 117"/>
                <a:gd name="T21" fmla="*/ 230 h 230"/>
                <a:gd name="T22" fmla="*/ 59 w 117"/>
                <a:gd name="T23" fmla="*/ 230 h 230"/>
                <a:gd name="T24" fmla="*/ 35 w 117"/>
                <a:gd name="T25" fmla="*/ 228 h 230"/>
                <a:gd name="T26" fmla="*/ 19 w 117"/>
                <a:gd name="T27" fmla="*/ 214 h 230"/>
                <a:gd name="T28" fmla="*/ 5 w 117"/>
                <a:gd name="T29" fmla="*/ 195 h 230"/>
                <a:gd name="T30" fmla="*/ 0 w 117"/>
                <a:gd name="T31" fmla="*/ 174 h 230"/>
                <a:gd name="T32" fmla="*/ 0 w 117"/>
                <a:gd name="T33" fmla="*/ 55 h 230"/>
                <a:gd name="T34" fmla="*/ 5 w 117"/>
                <a:gd name="T35" fmla="*/ 35 h 230"/>
                <a:gd name="T36" fmla="*/ 19 w 117"/>
                <a:gd name="T37" fmla="*/ 16 h 230"/>
                <a:gd name="T38" fmla="*/ 35 w 117"/>
                <a:gd name="T39" fmla="*/ 4 h 230"/>
                <a:gd name="T40" fmla="*/ 59 w 117"/>
                <a:gd name="T41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0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1" y="16"/>
                  </a:lnTo>
                  <a:lnTo>
                    <a:pt x="112" y="35"/>
                  </a:lnTo>
                  <a:lnTo>
                    <a:pt x="117" y="55"/>
                  </a:lnTo>
                  <a:lnTo>
                    <a:pt x="117" y="174"/>
                  </a:lnTo>
                  <a:lnTo>
                    <a:pt x="112" y="195"/>
                  </a:lnTo>
                  <a:lnTo>
                    <a:pt x="101" y="214"/>
                  </a:lnTo>
                  <a:lnTo>
                    <a:pt x="82" y="228"/>
                  </a:lnTo>
                  <a:lnTo>
                    <a:pt x="61" y="230"/>
                  </a:lnTo>
                  <a:lnTo>
                    <a:pt x="59" y="230"/>
                  </a:lnTo>
                  <a:lnTo>
                    <a:pt x="35" y="228"/>
                  </a:lnTo>
                  <a:lnTo>
                    <a:pt x="19" y="214"/>
                  </a:lnTo>
                  <a:lnTo>
                    <a:pt x="5" y="195"/>
                  </a:lnTo>
                  <a:lnTo>
                    <a:pt x="0" y="174"/>
                  </a:lnTo>
                  <a:lnTo>
                    <a:pt x="0" y="55"/>
                  </a:lnTo>
                  <a:lnTo>
                    <a:pt x="5" y="35"/>
                  </a:lnTo>
                  <a:lnTo>
                    <a:pt x="19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7"/>
            <p:cNvSpPr>
              <a:spLocks/>
            </p:cNvSpPr>
            <p:nvPr userDrawn="1"/>
          </p:nvSpPr>
          <p:spPr bwMode="auto">
            <a:xfrm>
              <a:off x="1068" y="4266"/>
              <a:ext cx="114" cy="54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10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3 w 114"/>
                <a:gd name="T15" fmla="*/ 35 h 54"/>
                <a:gd name="T16" fmla="*/ 17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10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3" y="35"/>
                  </a:lnTo>
                  <a:lnTo>
                    <a:pt x="17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8"/>
            <p:cNvSpPr>
              <a:spLocks/>
            </p:cNvSpPr>
            <p:nvPr userDrawn="1"/>
          </p:nvSpPr>
          <p:spPr bwMode="auto">
            <a:xfrm>
              <a:off x="891" y="3973"/>
              <a:ext cx="117" cy="233"/>
            </a:xfrm>
            <a:custGeom>
              <a:avLst/>
              <a:gdLst>
                <a:gd name="T0" fmla="*/ 59 w 117"/>
                <a:gd name="T1" fmla="*/ 0 h 233"/>
                <a:gd name="T2" fmla="*/ 59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9 w 117"/>
                <a:gd name="T21" fmla="*/ 233 h 233"/>
                <a:gd name="T22" fmla="*/ 59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9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9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9" y="233"/>
                  </a:lnTo>
                  <a:lnTo>
                    <a:pt x="59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B0A1A"/>
            </a:solidFill>
            <a:ln w="0">
              <a:solidFill>
                <a:srgbClr val="FB0A1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9"/>
            <p:cNvSpPr>
              <a:spLocks/>
            </p:cNvSpPr>
            <p:nvPr userDrawn="1"/>
          </p:nvSpPr>
          <p:spPr bwMode="auto">
            <a:xfrm>
              <a:off x="1240" y="4150"/>
              <a:ext cx="117" cy="170"/>
            </a:xfrm>
            <a:custGeom>
              <a:avLst/>
              <a:gdLst>
                <a:gd name="T0" fmla="*/ 59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1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9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1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4B04"/>
            </a:solidFill>
            <a:ln w="0">
              <a:solidFill>
                <a:srgbClr val="FF4B0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0"/>
            <p:cNvSpPr>
              <a:spLocks/>
            </p:cNvSpPr>
            <p:nvPr userDrawn="1"/>
          </p:nvSpPr>
          <p:spPr bwMode="auto">
            <a:xfrm>
              <a:off x="1415" y="4150"/>
              <a:ext cx="116" cy="170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2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5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1"/>
            <p:cNvSpPr>
              <a:spLocks/>
            </p:cNvSpPr>
            <p:nvPr userDrawn="1"/>
          </p:nvSpPr>
          <p:spPr bwMode="auto">
            <a:xfrm>
              <a:off x="1592" y="4150"/>
              <a:ext cx="230" cy="116"/>
            </a:xfrm>
            <a:custGeom>
              <a:avLst/>
              <a:gdLst>
                <a:gd name="T0" fmla="*/ 56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6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6 w 230"/>
                <a:gd name="T15" fmla="*/ 82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6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2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6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6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6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6" y="82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6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4DFF59"/>
            </a:solidFill>
            <a:ln w="0">
              <a:solidFill>
                <a:srgbClr val="4DFF5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2"/>
            <p:cNvSpPr>
              <a:spLocks/>
            </p:cNvSpPr>
            <p:nvPr userDrawn="1"/>
          </p:nvSpPr>
          <p:spPr bwMode="auto">
            <a:xfrm>
              <a:off x="1711" y="4150"/>
              <a:ext cx="116" cy="170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4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4DFF59"/>
            </a:solidFill>
            <a:ln w="0">
              <a:solidFill>
                <a:srgbClr val="4DFF5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3"/>
            <p:cNvSpPr>
              <a:spLocks/>
            </p:cNvSpPr>
            <p:nvPr userDrawn="1"/>
          </p:nvSpPr>
          <p:spPr bwMode="auto">
            <a:xfrm>
              <a:off x="2060" y="4266"/>
              <a:ext cx="407" cy="54"/>
            </a:xfrm>
            <a:custGeom>
              <a:avLst/>
              <a:gdLst>
                <a:gd name="T0" fmla="*/ 55 w 407"/>
                <a:gd name="T1" fmla="*/ 0 h 54"/>
                <a:gd name="T2" fmla="*/ 351 w 407"/>
                <a:gd name="T3" fmla="*/ 0 h 54"/>
                <a:gd name="T4" fmla="*/ 374 w 407"/>
                <a:gd name="T5" fmla="*/ 5 h 54"/>
                <a:gd name="T6" fmla="*/ 391 w 407"/>
                <a:gd name="T7" fmla="*/ 17 h 54"/>
                <a:gd name="T8" fmla="*/ 405 w 407"/>
                <a:gd name="T9" fmla="*/ 35 h 54"/>
                <a:gd name="T10" fmla="*/ 407 w 407"/>
                <a:gd name="T11" fmla="*/ 54 h 54"/>
                <a:gd name="T12" fmla="*/ 0 w 407"/>
                <a:gd name="T13" fmla="*/ 54 h 54"/>
                <a:gd name="T14" fmla="*/ 4 w 407"/>
                <a:gd name="T15" fmla="*/ 35 h 54"/>
                <a:gd name="T16" fmla="*/ 16 w 407"/>
                <a:gd name="T17" fmla="*/ 17 h 54"/>
                <a:gd name="T18" fmla="*/ 35 w 407"/>
                <a:gd name="T19" fmla="*/ 5 h 54"/>
                <a:gd name="T20" fmla="*/ 55 w 40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7" h="54">
                  <a:moveTo>
                    <a:pt x="55" y="0"/>
                  </a:moveTo>
                  <a:lnTo>
                    <a:pt x="351" y="0"/>
                  </a:lnTo>
                  <a:lnTo>
                    <a:pt x="374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7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4B04"/>
            </a:solidFill>
            <a:ln w="0">
              <a:solidFill>
                <a:srgbClr val="FF4B0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4"/>
            <p:cNvSpPr>
              <a:spLocks/>
            </p:cNvSpPr>
            <p:nvPr userDrawn="1"/>
          </p:nvSpPr>
          <p:spPr bwMode="auto">
            <a:xfrm>
              <a:off x="1883" y="4266"/>
              <a:ext cx="116" cy="54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5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4DFF59"/>
            </a:solidFill>
            <a:ln w="0">
              <a:solidFill>
                <a:srgbClr val="4DFF5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5"/>
            <p:cNvSpPr>
              <a:spLocks/>
            </p:cNvSpPr>
            <p:nvPr userDrawn="1"/>
          </p:nvSpPr>
          <p:spPr bwMode="auto">
            <a:xfrm>
              <a:off x="189" y="3799"/>
              <a:ext cx="116" cy="116"/>
            </a:xfrm>
            <a:custGeom>
              <a:avLst/>
              <a:gdLst>
                <a:gd name="T0" fmla="*/ 55 w 116"/>
                <a:gd name="T1" fmla="*/ 0 h 116"/>
                <a:gd name="T2" fmla="*/ 58 w 116"/>
                <a:gd name="T3" fmla="*/ 0 h 116"/>
                <a:gd name="T4" fmla="*/ 81 w 116"/>
                <a:gd name="T5" fmla="*/ 4 h 116"/>
                <a:gd name="T6" fmla="*/ 97 w 116"/>
                <a:gd name="T7" fmla="*/ 16 h 116"/>
                <a:gd name="T8" fmla="*/ 111 w 116"/>
                <a:gd name="T9" fmla="*/ 35 h 116"/>
                <a:gd name="T10" fmla="*/ 116 w 116"/>
                <a:gd name="T11" fmla="*/ 55 h 116"/>
                <a:gd name="T12" fmla="*/ 116 w 116"/>
                <a:gd name="T13" fmla="*/ 58 h 116"/>
                <a:gd name="T14" fmla="*/ 111 w 116"/>
                <a:gd name="T15" fmla="*/ 81 h 116"/>
                <a:gd name="T16" fmla="*/ 97 w 116"/>
                <a:gd name="T17" fmla="*/ 97 h 116"/>
                <a:gd name="T18" fmla="*/ 81 w 116"/>
                <a:gd name="T19" fmla="*/ 111 h 116"/>
                <a:gd name="T20" fmla="*/ 58 w 116"/>
                <a:gd name="T21" fmla="*/ 116 h 116"/>
                <a:gd name="T22" fmla="*/ 55 w 116"/>
                <a:gd name="T23" fmla="*/ 116 h 116"/>
                <a:gd name="T24" fmla="*/ 34 w 116"/>
                <a:gd name="T25" fmla="*/ 111 h 116"/>
                <a:gd name="T26" fmla="*/ 16 w 116"/>
                <a:gd name="T27" fmla="*/ 97 h 116"/>
                <a:gd name="T28" fmla="*/ 4 w 116"/>
                <a:gd name="T29" fmla="*/ 81 h 116"/>
                <a:gd name="T30" fmla="*/ 0 w 116"/>
                <a:gd name="T31" fmla="*/ 58 h 116"/>
                <a:gd name="T32" fmla="*/ 0 w 116"/>
                <a:gd name="T33" fmla="*/ 55 h 116"/>
                <a:gd name="T34" fmla="*/ 4 w 116"/>
                <a:gd name="T35" fmla="*/ 35 h 116"/>
                <a:gd name="T36" fmla="*/ 16 w 116"/>
                <a:gd name="T37" fmla="*/ 16 h 116"/>
                <a:gd name="T38" fmla="*/ 34 w 116"/>
                <a:gd name="T39" fmla="*/ 4 h 116"/>
                <a:gd name="T40" fmla="*/ 55 w 116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116">
                  <a:moveTo>
                    <a:pt x="55" y="0"/>
                  </a:moveTo>
                  <a:lnTo>
                    <a:pt x="58" y="0"/>
                  </a:lnTo>
                  <a:lnTo>
                    <a:pt x="81" y="4"/>
                  </a:lnTo>
                  <a:lnTo>
                    <a:pt x="97" y="16"/>
                  </a:lnTo>
                  <a:lnTo>
                    <a:pt x="111" y="35"/>
                  </a:lnTo>
                  <a:lnTo>
                    <a:pt x="116" y="55"/>
                  </a:lnTo>
                  <a:lnTo>
                    <a:pt x="116" y="58"/>
                  </a:lnTo>
                  <a:lnTo>
                    <a:pt x="111" y="81"/>
                  </a:lnTo>
                  <a:lnTo>
                    <a:pt x="97" y="97"/>
                  </a:lnTo>
                  <a:lnTo>
                    <a:pt x="81" y="111"/>
                  </a:lnTo>
                  <a:lnTo>
                    <a:pt x="58" y="116"/>
                  </a:lnTo>
                  <a:lnTo>
                    <a:pt x="55" y="116"/>
                  </a:lnTo>
                  <a:lnTo>
                    <a:pt x="34" y="111"/>
                  </a:lnTo>
                  <a:lnTo>
                    <a:pt x="16" y="97"/>
                  </a:lnTo>
                  <a:lnTo>
                    <a:pt x="4" y="81"/>
                  </a:lnTo>
                  <a:lnTo>
                    <a:pt x="0" y="58"/>
                  </a:lnTo>
                  <a:lnTo>
                    <a:pt x="0" y="55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4" y="4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B0A1A"/>
            </a:solidFill>
            <a:ln w="0">
              <a:solidFill>
                <a:srgbClr val="FB0A1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6"/>
            <p:cNvSpPr>
              <a:spLocks/>
            </p:cNvSpPr>
            <p:nvPr userDrawn="1"/>
          </p:nvSpPr>
          <p:spPr bwMode="auto">
            <a:xfrm>
              <a:off x="363" y="3799"/>
              <a:ext cx="116" cy="281"/>
            </a:xfrm>
            <a:custGeom>
              <a:avLst/>
              <a:gdLst>
                <a:gd name="T0" fmla="*/ 58 w 116"/>
                <a:gd name="T1" fmla="*/ 0 h 281"/>
                <a:gd name="T2" fmla="*/ 61 w 116"/>
                <a:gd name="T3" fmla="*/ 0 h 281"/>
                <a:gd name="T4" fmla="*/ 82 w 116"/>
                <a:gd name="T5" fmla="*/ 4 h 281"/>
                <a:gd name="T6" fmla="*/ 100 w 116"/>
                <a:gd name="T7" fmla="*/ 16 h 281"/>
                <a:gd name="T8" fmla="*/ 112 w 116"/>
                <a:gd name="T9" fmla="*/ 35 h 281"/>
                <a:gd name="T10" fmla="*/ 116 w 116"/>
                <a:gd name="T11" fmla="*/ 55 h 281"/>
                <a:gd name="T12" fmla="*/ 116 w 116"/>
                <a:gd name="T13" fmla="*/ 223 h 281"/>
                <a:gd name="T14" fmla="*/ 112 w 116"/>
                <a:gd name="T15" fmla="*/ 246 h 281"/>
                <a:gd name="T16" fmla="*/ 100 w 116"/>
                <a:gd name="T17" fmla="*/ 263 h 281"/>
                <a:gd name="T18" fmla="*/ 82 w 116"/>
                <a:gd name="T19" fmla="*/ 277 h 281"/>
                <a:gd name="T20" fmla="*/ 61 w 116"/>
                <a:gd name="T21" fmla="*/ 281 h 281"/>
                <a:gd name="T22" fmla="*/ 58 w 116"/>
                <a:gd name="T23" fmla="*/ 281 h 281"/>
                <a:gd name="T24" fmla="*/ 35 w 116"/>
                <a:gd name="T25" fmla="*/ 277 h 281"/>
                <a:gd name="T26" fmla="*/ 16 w 116"/>
                <a:gd name="T27" fmla="*/ 263 h 281"/>
                <a:gd name="T28" fmla="*/ 5 w 116"/>
                <a:gd name="T29" fmla="*/ 246 h 281"/>
                <a:gd name="T30" fmla="*/ 0 w 116"/>
                <a:gd name="T31" fmla="*/ 223 h 281"/>
                <a:gd name="T32" fmla="*/ 0 w 116"/>
                <a:gd name="T33" fmla="*/ 55 h 281"/>
                <a:gd name="T34" fmla="*/ 5 w 116"/>
                <a:gd name="T35" fmla="*/ 35 h 281"/>
                <a:gd name="T36" fmla="*/ 16 w 116"/>
                <a:gd name="T37" fmla="*/ 16 h 281"/>
                <a:gd name="T38" fmla="*/ 35 w 116"/>
                <a:gd name="T39" fmla="*/ 4 h 281"/>
                <a:gd name="T40" fmla="*/ 58 w 116"/>
                <a:gd name="T41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1">
                  <a:moveTo>
                    <a:pt x="58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6" y="55"/>
                  </a:lnTo>
                  <a:lnTo>
                    <a:pt x="116" y="223"/>
                  </a:lnTo>
                  <a:lnTo>
                    <a:pt x="112" y="246"/>
                  </a:lnTo>
                  <a:lnTo>
                    <a:pt x="100" y="263"/>
                  </a:lnTo>
                  <a:lnTo>
                    <a:pt x="82" y="277"/>
                  </a:lnTo>
                  <a:lnTo>
                    <a:pt x="61" y="281"/>
                  </a:lnTo>
                  <a:lnTo>
                    <a:pt x="58" y="281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6"/>
                  </a:lnTo>
                  <a:lnTo>
                    <a:pt x="0" y="223"/>
                  </a:lnTo>
                  <a:lnTo>
                    <a:pt x="0" y="55"/>
                  </a:lnTo>
                  <a:lnTo>
                    <a:pt x="5" y="35"/>
                  </a:lnTo>
                  <a:lnTo>
                    <a:pt x="16" y="16"/>
                  </a:lnTo>
                  <a:lnTo>
                    <a:pt x="35" y="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B006"/>
            </a:solidFill>
            <a:ln w="0">
              <a:solidFill>
                <a:srgbClr val="FFB00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Rectangle 2"/>
          <p:cNvSpPr/>
          <p:nvPr userDrawn="1"/>
        </p:nvSpPr>
        <p:spPr bwMode="auto">
          <a:xfrm flipV="1">
            <a:off x="11727768" y="6616460"/>
            <a:ext cx="357555" cy="241540"/>
          </a:xfrm>
          <a:custGeom>
            <a:avLst/>
            <a:gdLst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90914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30529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224194"/>
              <a:gd name="connsiteY0" fmla="*/ 0 h 241540"/>
              <a:gd name="connsiteX1" fmla="*/ 7224194 w 7224194"/>
              <a:gd name="connsiteY1" fmla="*/ 0 h 241540"/>
              <a:gd name="connsiteX2" fmla="*/ 7030529 w 7224194"/>
              <a:gd name="connsiteY2" fmla="*/ 241540 h 241540"/>
              <a:gd name="connsiteX3" fmla="*/ 0 w 7224194"/>
              <a:gd name="connsiteY3" fmla="*/ 241540 h 241540"/>
              <a:gd name="connsiteX4" fmla="*/ 0 w 7224194"/>
              <a:gd name="connsiteY4" fmla="*/ 0 h 241540"/>
              <a:gd name="connsiteX0" fmla="*/ 0 w 7030529"/>
              <a:gd name="connsiteY0" fmla="*/ 0 h 241540"/>
              <a:gd name="connsiteX1" fmla="*/ 6983388 w 7030529"/>
              <a:gd name="connsiteY1" fmla="*/ 8626 h 241540"/>
              <a:gd name="connsiteX2" fmla="*/ 7030529 w 7030529"/>
              <a:gd name="connsiteY2" fmla="*/ 241540 h 241540"/>
              <a:gd name="connsiteX3" fmla="*/ 0 w 7030529"/>
              <a:gd name="connsiteY3" fmla="*/ 241540 h 241540"/>
              <a:gd name="connsiteX4" fmla="*/ 0 w 7030529"/>
              <a:gd name="connsiteY4" fmla="*/ 0 h 241540"/>
              <a:gd name="connsiteX0" fmla="*/ 0 w 7030529"/>
              <a:gd name="connsiteY0" fmla="*/ 1346 h 242886"/>
              <a:gd name="connsiteX1" fmla="*/ 6883510 w 7030529"/>
              <a:gd name="connsiteY1" fmla="*/ 0 h 242886"/>
              <a:gd name="connsiteX2" fmla="*/ 7030529 w 7030529"/>
              <a:gd name="connsiteY2" fmla="*/ 242886 h 242886"/>
              <a:gd name="connsiteX3" fmla="*/ 0 w 7030529"/>
              <a:gd name="connsiteY3" fmla="*/ 242886 h 242886"/>
              <a:gd name="connsiteX4" fmla="*/ 0 w 7030529"/>
              <a:gd name="connsiteY4" fmla="*/ 1346 h 242886"/>
              <a:gd name="connsiteX0" fmla="*/ 0 w 7033341"/>
              <a:gd name="connsiteY0" fmla="*/ 0 h 241540"/>
              <a:gd name="connsiteX1" fmla="*/ 7033341 w 7033341"/>
              <a:gd name="connsiteY1" fmla="*/ 6133 h 241540"/>
              <a:gd name="connsiteX2" fmla="*/ 7030529 w 7033341"/>
              <a:gd name="connsiteY2" fmla="*/ 241540 h 241540"/>
              <a:gd name="connsiteX3" fmla="*/ 0 w 7033341"/>
              <a:gd name="connsiteY3" fmla="*/ 241540 h 241540"/>
              <a:gd name="connsiteX4" fmla="*/ 0 w 7033341"/>
              <a:gd name="connsiteY4" fmla="*/ 0 h 241540"/>
              <a:gd name="connsiteX0" fmla="*/ 0 w 7030549"/>
              <a:gd name="connsiteY0" fmla="*/ 3839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0 w 7030549"/>
              <a:gd name="connsiteY4" fmla="*/ 3839 h 245379"/>
              <a:gd name="connsiteX0" fmla="*/ 898985 w 7030549"/>
              <a:gd name="connsiteY0" fmla="*/ 1346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898985 w 7030549"/>
              <a:gd name="connsiteY4" fmla="*/ 1346 h 24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0549" h="245379">
                <a:moveTo>
                  <a:pt x="898985" y="1346"/>
                </a:moveTo>
                <a:lnTo>
                  <a:pt x="6983397" y="0"/>
                </a:lnTo>
                <a:cubicBezTo>
                  <a:pt x="6982460" y="78469"/>
                  <a:pt x="7031466" y="166910"/>
                  <a:pt x="7030529" y="245379"/>
                </a:cubicBezTo>
                <a:lnTo>
                  <a:pt x="0" y="245379"/>
                </a:lnTo>
                <a:lnTo>
                  <a:pt x="898985" y="1346"/>
                </a:lnTo>
                <a:close/>
              </a:path>
            </a:pathLst>
          </a:custGeom>
          <a:solidFill>
            <a:srgbClr val="F392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6" name="Rectangle 2"/>
          <p:cNvSpPr/>
          <p:nvPr userDrawn="1"/>
        </p:nvSpPr>
        <p:spPr bwMode="auto">
          <a:xfrm flipV="1">
            <a:off x="11834446" y="6616460"/>
            <a:ext cx="357555" cy="241540"/>
          </a:xfrm>
          <a:custGeom>
            <a:avLst/>
            <a:gdLst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90914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30529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224194"/>
              <a:gd name="connsiteY0" fmla="*/ 0 h 241540"/>
              <a:gd name="connsiteX1" fmla="*/ 7224194 w 7224194"/>
              <a:gd name="connsiteY1" fmla="*/ 0 h 241540"/>
              <a:gd name="connsiteX2" fmla="*/ 7030529 w 7224194"/>
              <a:gd name="connsiteY2" fmla="*/ 241540 h 241540"/>
              <a:gd name="connsiteX3" fmla="*/ 0 w 7224194"/>
              <a:gd name="connsiteY3" fmla="*/ 241540 h 241540"/>
              <a:gd name="connsiteX4" fmla="*/ 0 w 7224194"/>
              <a:gd name="connsiteY4" fmla="*/ 0 h 241540"/>
              <a:gd name="connsiteX0" fmla="*/ 0 w 7030529"/>
              <a:gd name="connsiteY0" fmla="*/ 0 h 241540"/>
              <a:gd name="connsiteX1" fmla="*/ 6983388 w 7030529"/>
              <a:gd name="connsiteY1" fmla="*/ 8626 h 241540"/>
              <a:gd name="connsiteX2" fmla="*/ 7030529 w 7030529"/>
              <a:gd name="connsiteY2" fmla="*/ 241540 h 241540"/>
              <a:gd name="connsiteX3" fmla="*/ 0 w 7030529"/>
              <a:gd name="connsiteY3" fmla="*/ 241540 h 241540"/>
              <a:gd name="connsiteX4" fmla="*/ 0 w 7030529"/>
              <a:gd name="connsiteY4" fmla="*/ 0 h 241540"/>
              <a:gd name="connsiteX0" fmla="*/ 0 w 7030529"/>
              <a:gd name="connsiteY0" fmla="*/ 1346 h 242886"/>
              <a:gd name="connsiteX1" fmla="*/ 6883510 w 7030529"/>
              <a:gd name="connsiteY1" fmla="*/ 0 h 242886"/>
              <a:gd name="connsiteX2" fmla="*/ 7030529 w 7030529"/>
              <a:gd name="connsiteY2" fmla="*/ 242886 h 242886"/>
              <a:gd name="connsiteX3" fmla="*/ 0 w 7030529"/>
              <a:gd name="connsiteY3" fmla="*/ 242886 h 242886"/>
              <a:gd name="connsiteX4" fmla="*/ 0 w 7030529"/>
              <a:gd name="connsiteY4" fmla="*/ 1346 h 242886"/>
              <a:gd name="connsiteX0" fmla="*/ 0 w 7033341"/>
              <a:gd name="connsiteY0" fmla="*/ 0 h 241540"/>
              <a:gd name="connsiteX1" fmla="*/ 7033341 w 7033341"/>
              <a:gd name="connsiteY1" fmla="*/ 6133 h 241540"/>
              <a:gd name="connsiteX2" fmla="*/ 7030529 w 7033341"/>
              <a:gd name="connsiteY2" fmla="*/ 241540 h 241540"/>
              <a:gd name="connsiteX3" fmla="*/ 0 w 7033341"/>
              <a:gd name="connsiteY3" fmla="*/ 241540 h 241540"/>
              <a:gd name="connsiteX4" fmla="*/ 0 w 7033341"/>
              <a:gd name="connsiteY4" fmla="*/ 0 h 241540"/>
              <a:gd name="connsiteX0" fmla="*/ 0 w 7030549"/>
              <a:gd name="connsiteY0" fmla="*/ 3839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0 w 7030549"/>
              <a:gd name="connsiteY4" fmla="*/ 3839 h 245379"/>
              <a:gd name="connsiteX0" fmla="*/ 898985 w 7030549"/>
              <a:gd name="connsiteY0" fmla="*/ 1346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898985 w 7030549"/>
              <a:gd name="connsiteY4" fmla="*/ 1346 h 24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0549" h="245379">
                <a:moveTo>
                  <a:pt x="898985" y="1346"/>
                </a:moveTo>
                <a:lnTo>
                  <a:pt x="6983397" y="0"/>
                </a:lnTo>
                <a:cubicBezTo>
                  <a:pt x="6982460" y="78469"/>
                  <a:pt x="7031466" y="166910"/>
                  <a:pt x="7030529" y="245379"/>
                </a:cubicBezTo>
                <a:lnTo>
                  <a:pt x="0" y="245379"/>
                </a:lnTo>
                <a:lnTo>
                  <a:pt x="898985" y="1346"/>
                </a:lnTo>
                <a:close/>
              </a:path>
            </a:pathLst>
          </a:custGeom>
          <a:solidFill>
            <a:srgbClr val="25252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24395" y="3131"/>
            <a:ext cx="10972800" cy="1141943"/>
          </a:xfrm>
          <a:prstGeom prst="rect">
            <a:avLst/>
          </a:prstGeom>
        </p:spPr>
        <p:txBody>
          <a:bodyPr vert="horz" lIns="68589" tIns="34295" rIns="68589" bIns="34295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98721"/>
            <a:ext cx="10972800" cy="4521775"/>
          </a:xfrm>
          <a:prstGeom prst="rect">
            <a:avLst/>
          </a:prstGeom>
        </p:spPr>
        <p:txBody>
          <a:bodyPr vert="horz" lIns="68589" tIns="34295" rIns="68589" bIns="3429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 Placeholder 5"/>
          <p:cNvSpPr txBox="1">
            <a:spLocks/>
          </p:cNvSpPr>
          <p:nvPr/>
        </p:nvSpPr>
        <p:spPr>
          <a:xfrm>
            <a:off x="11852578" y="6607996"/>
            <a:ext cx="472973" cy="3647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601925-951F-4EA8-91E5-A517312BFAAA}" type="slidenum">
              <a:rPr lang="en-US" sz="1050" smtClean="0">
                <a:solidFill>
                  <a:schemeClr val="bg1"/>
                </a:solidFill>
                <a:latin typeface="Helvetica Condensed" pitchFamily="34" charset="0"/>
              </a:rPr>
              <a:pPr/>
              <a:t>‹#›</a:t>
            </a:fld>
            <a:endParaRPr lang="en-US" sz="1465" dirty="0">
              <a:solidFill>
                <a:schemeClr val="bg1"/>
              </a:solidFill>
              <a:latin typeface="Helvetica Condensed" pitchFamily="34" charset="0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7689703" y="6621387"/>
            <a:ext cx="4091930" cy="245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99" kern="120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www.hexaware.com  | </a:t>
            </a:r>
            <a:r>
              <a:rPr lang="en-US" sz="999" dirty="0">
                <a:solidFill>
                  <a:sysClr val="windowText" lastClr="000000"/>
                </a:solidFill>
              </a:rPr>
              <a:t>© Hexaware Technologies. All rights reserved. </a:t>
            </a:r>
          </a:p>
        </p:txBody>
      </p:sp>
      <p:grpSp>
        <p:nvGrpSpPr>
          <p:cNvPr id="53" name="Group 4"/>
          <p:cNvGrpSpPr>
            <a:grpSpLocks noChangeAspect="1"/>
          </p:cNvGrpSpPr>
          <p:nvPr userDrawn="1"/>
        </p:nvGrpSpPr>
        <p:grpSpPr bwMode="auto">
          <a:xfrm>
            <a:off x="10765766" y="279177"/>
            <a:ext cx="1257954" cy="676946"/>
            <a:chOff x="301" y="1068"/>
            <a:chExt cx="1403" cy="755"/>
          </a:xfrm>
        </p:grpSpPr>
        <p:sp>
          <p:nvSpPr>
            <p:cNvPr id="54" name="Freeform 6"/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7"/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8"/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9"/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0"/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2"/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3"/>
            <p:cNvSpPr>
              <a:spLocks/>
            </p:cNvSpPr>
            <p:nvPr userDrawn="1"/>
          </p:nvSpPr>
          <p:spPr bwMode="auto">
            <a:xfrm>
              <a:off x="311" y="1710"/>
              <a:ext cx="136" cy="5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4"/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5"/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/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7"/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8"/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9"/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0"/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1"/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098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197">
          <a:solidFill>
            <a:srgbClr val="4D4D4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5pPr>
      <a:lvl6pPr marL="609036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6pPr>
      <a:lvl7pPr marL="1218072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7pPr>
      <a:lvl8pPr marL="1827108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8pPr>
      <a:lvl9pPr marL="2436144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9pPr>
    </p:titleStyle>
    <p:bodyStyle>
      <a:lvl1pPr marL="456777" indent="-456777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Font typeface="Times" pitchFamily="18" charset="0"/>
        <a:buChar char="•"/>
        <a:defRPr sz="2398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684" indent="-38064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Char char="–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2590" indent="-30451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Char char="•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1626" indent="-30451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Char char="–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0663" indent="-30451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Font typeface="Times" pitchFamily="18" charset="0"/>
        <a:buChar char="•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49699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6pPr>
      <a:lvl7pPr marL="3958735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7pPr>
      <a:lvl8pPr marL="4567771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8pPr>
      <a:lvl9pPr marL="5176807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8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4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1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7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3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289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A1316-7C10-4E06-B0A1-EA2D23F9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@ </a:t>
            </a:r>
            <a:r>
              <a:rPr lang="en-US" dirty="0" err="1"/>
              <a:t>Belins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44887B-F7BD-4190-892E-EC57E6B4A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93907"/>
              </p:ext>
            </p:extLst>
          </p:nvPr>
        </p:nvGraphicFramePr>
        <p:xfrm>
          <a:off x="430208" y="827012"/>
          <a:ext cx="11494062" cy="6224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47031">
                  <a:extLst>
                    <a:ext uri="{9D8B030D-6E8A-4147-A177-3AD203B41FA5}">
                      <a16:colId xmlns:a16="http://schemas.microsoft.com/office/drawing/2014/main" val="4005476983"/>
                    </a:ext>
                  </a:extLst>
                </a:gridCol>
                <a:gridCol w="5747031">
                  <a:extLst>
                    <a:ext uri="{9D8B030D-6E8A-4147-A177-3AD203B41FA5}">
                      <a16:colId xmlns:a16="http://schemas.microsoft.com/office/drawing/2014/main" val="1784006640"/>
                    </a:ext>
                  </a:extLst>
                </a:gridCol>
              </a:tblGrid>
              <a:tr h="3112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CATEGORY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TOOLS AT BELINS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058801247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fr-FR" sz="1400" u="none" strike="noStrike" dirty="0">
                          <a:effectLst/>
                        </a:rPr>
                        <a:t>Source Code Management / Version Control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Changeman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401264083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Code Analysis/Debugging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IBM Debugger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899260402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Mainframe Emulator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PCOM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797103521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Data File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FILE MANAGER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858575112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marL="609036" lvl="1" algn="l" defTabSz="12180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 Transfer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marL="609036" lvl="1" algn="l" defTabSz="12180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FTP/SFTP, FileZilla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94881539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Application Performance Monitoring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IBM APA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91243279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marL="609036" lvl="1" algn="l" defTabSz="12180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 Query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marL="609036" lvl="1" algn="l" defTabSz="12180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SPUFI, SQIRREL, QT2 (Internal)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18253515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marL="609036" lvl="1" algn="l" defTabSz="12180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 Schema Changes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marL="609036" lvl="1" algn="l" defTabSz="1218072" rtl="0" eaLnBrk="1" fontAlgn="b" latinLnBrk="0" hangingPunct="1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HOPEX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862095921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Screen Designing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SDF II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259770905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Performance Measurement Tool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Omegamon (Limited Use)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501100043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Log Analysis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IBM Fault Analyzer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770269736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Defect &amp; Test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JIRA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158918707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Knowledge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Sharepoint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939482361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Regression Test Automation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TALOS (Planned to be used)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510409394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Management</a:t>
                      </a: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ALM Octane (Planned to be used)</a:t>
                      </a: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2525817861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IT Service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SCCD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466315816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Release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Build Note/MTO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3659926842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Scheduler (Batch Jobs)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Tivoli Work Schedular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401489467"/>
                  </a:ext>
                </a:extLst>
              </a:tr>
              <a:tr h="31123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Effort Tracking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400" u="none" strike="noStrike" dirty="0">
                          <a:effectLst/>
                        </a:rPr>
                        <a:t>Clarity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6" marR="8626" marT="8626" marB="0" anchor="ctr"/>
                </a:tc>
                <a:extLst>
                  <a:ext uri="{0D108BD9-81ED-4DB2-BD59-A6C34878D82A}">
                    <a16:rowId xmlns:a16="http://schemas.microsoft.com/office/drawing/2014/main" val="135426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316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theme/theme1.xml><?xml version="1.0" encoding="utf-8"?>
<a:theme xmlns:a="http://schemas.openxmlformats.org/drawingml/2006/main" name="Blank Presentation">
  <a:themeElements>
    <a:clrScheme name="Hexaware color">
      <a:dk1>
        <a:srgbClr val="002F5F"/>
      </a:dk1>
      <a:lt1>
        <a:srgbClr val="FFFFFF"/>
      </a:lt1>
      <a:dk2>
        <a:srgbClr val="F37E20"/>
      </a:dk2>
      <a:lt2>
        <a:srgbClr val="5F5F5F"/>
      </a:lt2>
      <a:accent1>
        <a:srgbClr val="7F7F7F"/>
      </a:accent1>
      <a:accent2>
        <a:srgbClr val="AAC8E3"/>
      </a:accent2>
      <a:accent3>
        <a:srgbClr val="FDB813"/>
      </a:accent3>
      <a:accent4>
        <a:srgbClr val="0074EA"/>
      </a:accent4>
      <a:accent5>
        <a:srgbClr val="F37E20"/>
      </a:accent5>
      <a:accent6>
        <a:srgbClr val="FDB813"/>
      </a:accent6>
      <a:hlink>
        <a:srgbClr val="D5EAFF"/>
      </a:hlink>
      <a:folHlink>
        <a:srgbClr val="DFDFDF"/>
      </a:folHlink>
    </a:clrScheme>
    <a:fontScheme name="Hexaware font">
      <a:majorFont>
        <a:latin typeface="HelveticaNeue Condensed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/>
            <a:cs typeface="ＭＳ Ｐゴシック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/>
            <a:cs typeface="ＭＳ Ｐゴシック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Hexaware color">
    <a:dk1>
      <a:srgbClr val="002F5F"/>
    </a:dk1>
    <a:lt1>
      <a:srgbClr val="FFFFFF"/>
    </a:lt1>
    <a:dk2>
      <a:srgbClr val="F37E20"/>
    </a:dk2>
    <a:lt2>
      <a:srgbClr val="5F5F5F"/>
    </a:lt2>
    <a:accent1>
      <a:srgbClr val="7F7F7F"/>
    </a:accent1>
    <a:accent2>
      <a:srgbClr val="AAC8E3"/>
    </a:accent2>
    <a:accent3>
      <a:srgbClr val="FDB813"/>
    </a:accent3>
    <a:accent4>
      <a:srgbClr val="0074EA"/>
    </a:accent4>
    <a:accent5>
      <a:srgbClr val="F37E20"/>
    </a:accent5>
    <a:accent6>
      <a:srgbClr val="FDB813"/>
    </a:accent6>
    <a:hlink>
      <a:srgbClr val="D5EAFF"/>
    </a:hlink>
    <a:folHlink>
      <a:srgbClr val="DFDFD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0608C8D36F634AAF719077DBABF93C" ma:contentTypeVersion="34" ma:contentTypeDescription="Create a new document." ma:contentTypeScope="" ma:versionID="2559184060766fb714bc4c9a643c6c65">
  <xsd:schema xmlns:xsd="http://www.w3.org/2001/XMLSchema" xmlns:xs="http://www.w3.org/2001/XMLSchema" xmlns:p="http://schemas.microsoft.com/office/2006/metadata/properties" xmlns:ns1="http://schemas.microsoft.com/sharepoint/v3" xmlns:ns2="fe1be66e-528a-4f07-8a62-e810e4015989" xmlns:ns3="8c85c1d2-ff8c-4684-85d1-d741f21e304c" targetNamespace="http://schemas.microsoft.com/office/2006/metadata/properties" ma:root="true" ma:fieldsID="d9d2232ea8be4d2dd2c04aac4b6f876d" ns1:_="" ns2:_="" ns3:_="">
    <xsd:import namespace="http://schemas.microsoft.com/sharepoint/v3"/>
    <xsd:import namespace="fe1be66e-528a-4f07-8a62-e810e4015989"/>
    <xsd:import namespace="8c85c1d2-ff8c-4684-85d1-d741f21e30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DateModified" minOccurs="0"/>
                <xsd:element ref="ns3:DateandTime" minOccurs="0"/>
                <xsd:element ref="ns3:MediaServiceObjectDetectorVersions" minOccurs="0"/>
                <xsd:element ref="ns3:Person" minOccurs="0"/>
                <xsd:element ref="ns3:MediaServiceSearchProperties" minOccurs="0"/>
                <xsd:element ref="ns3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be66e-528a-4f07-8a62-e810e401598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30deb325-3506-4e1a-9510-4df32c8d56ee}" ma:internalName="TaxCatchAll" ma:showField="CatchAllData" ma:web="fe1be66e-528a-4f07-8a62-e810e40159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5c1d2-ff8c-4684-85d1-d741f21e3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ceb2da71-f184-4254-8e62-0576d24e8d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Modified" ma:index="26" nillable="true" ma:displayName="Date Modified" ma:default="[today]" ma:format="DateOnly" ma:internalName="DateModified">
      <xsd:simpleType>
        <xsd:restriction base="dms:DateTime"/>
      </xsd:simpleType>
    </xsd:element>
    <xsd:element name="DateandTime" ma:index="27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erson" ma:index="29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1" nillable="true" ma:displayName="Sign-off status" ma:internalName="_x0024_Resources_x003a_core_x002c_Signoff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8c85c1d2-ff8c-4684-85d1-d741f21e304c">
      <Terms xmlns="http://schemas.microsoft.com/office/infopath/2007/PartnerControls"/>
    </lcf76f155ced4ddcb4097134ff3c332f>
    <DateModified xmlns="8c85c1d2-ff8c-4684-85d1-d741f21e304c">2023-03-21T04:44:34+00:00</DateModified>
    <TaxCatchAll xmlns="fe1be66e-528a-4f07-8a62-e810e4015989" xsi:nil="true"/>
    <_ip_UnifiedCompliancePolicyProperties xmlns="http://schemas.microsoft.com/sharepoint/v3" xsi:nil="true"/>
    <DateandTime xmlns="8c85c1d2-ff8c-4684-85d1-d741f21e304c" xsi:nil="true"/>
    <Person xmlns="8c85c1d2-ff8c-4684-85d1-d741f21e304c">
      <UserInfo>
        <DisplayName/>
        <AccountId xsi:nil="true"/>
        <AccountType/>
      </UserInfo>
    </Person>
    <_Flow_SignoffStatus xmlns="8c85c1d2-ff8c-4684-85d1-d741f21e304c" xsi:nil="true"/>
  </documentManagement>
</p:properties>
</file>

<file path=customXml/itemProps1.xml><?xml version="1.0" encoding="utf-8"?>
<ds:datastoreItem xmlns:ds="http://schemas.openxmlformats.org/officeDocument/2006/customXml" ds:itemID="{21FB4EC3-D573-4A71-930E-64417F6E50B8}"/>
</file>

<file path=customXml/itemProps2.xml><?xml version="1.0" encoding="utf-8"?>
<ds:datastoreItem xmlns:ds="http://schemas.openxmlformats.org/officeDocument/2006/customXml" ds:itemID="{C90D08BF-0623-40DE-84F8-76FFF0A969A4}"/>
</file>

<file path=customXml/itemProps3.xml><?xml version="1.0" encoding="utf-8"?>
<ds:datastoreItem xmlns:ds="http://schemas.openxmlformats.org/officeDocument/2006/customXml" ds:itemID="{66241BCE-0C2B-472B-A096-646164B1768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Brush Script Std</vt:lpstr>
      <vt:lpstr>Calibri</vt:lpstr>
      <vt:lpstr>Helvetica Condensed</vt:lpstr>
      <vt:lpstr>HelveticaNeue Condensed</vt:lpstr>
      <vt:lpstr>Times</vt:lpstr>
      <vt:lpstr>Blank Presentation</vt:lpstr>
      <vt:lpstr>Tools @ Belins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 @ Belins</dc:title>
  <dc:creator>Yogesh Pawar</dc:creator>
  <cp:lastModifiedBy>Yogesh Pawar</cp:lastModifiedBy>
  <cp:revision>3</cp:revision>
  <dcterms:created xsi:type="dcterms:W3CDTF">2022-01-24T14:54:27Z</dcterms:created>
  <dcterms:modified xsi:type="dcterms:W3CDTF">2022-01-24T15:36:47Z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0x0101005B0608C8D36F634AAF719077DBABF93C</vt:lpwstr>
  </property>
</Properties>
</file>